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8fd9fb9874f98" /><Relationship Type="http://schemas.openxmlformats.org/officeDocument/2006/relationships/extended-properties" Target="/docProps/app.xml" Id="R107beb6d00f14cfa" /><Relationship Type="http://schemas.openxmlformats.org/officeDocument/2006/relationships/officeDocument" Target="/ppt/presentation.xml" Id="R266b94e733a144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adfa2a3d69445a"/>
  </p:sldMasterIdLst>
  <p:notesMasterIdLst>
    <p:notesMasterId xmlns:r="http://schemas.openxmlformats.org/officeDocument/2006/relationships" r:id="R359b2e642fa64f7d"/>
  </p:notesMasterIdLst>
  <p:sldIdLst>
    <p:sldId xmlns:r="http://schemas.openxmlformats.org/officeDocument/2006/relationships" id="256" r:id="Raeb6e99be6e34236"/>
    <p:sldId xmlns:r="http://schemas.openxmlformats.org/officeDocument/2006/relationships" id="257" r:id="Ra6bb04e780844027"/>
    <p:sldId xmlns:r="http://schemas.openxmlformats.org/officeDocument/2006/relationships" id="258" r:id="Rd6b0429222584064"/>
    <p:sldId xmlns:r="http://schemas.openxmlformats.org/officeDocument/2006/relationships" id="259" r:id="R8418c86a8b1c4711"/>
    <p:sldId xmlns:r="http://schemas.openxmlformats.org/officeDocument/2006/relationships" id="260" r:id="R3c71c31bc9534175"/>
    <p:sldId xmlns:r="http://schemas.openxmlformats.org/officeDocument/2006/relationships" id="261" r:id="Rc8de6b54f854478d"/>
    <p:sldId xmlns:r="http://schemas.openxmlformats.org/officeDocument/2006/relationships" id="262" r:id="R3c5a364d07104a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c2310b0cb9450f" /><Relationship Type="http://schemas.openxmlformats.org/officeDocument/2006/relationships/slideMaster" Target="/ppt/slideMasters/slideMaster1.xml" Id="R2dadfa2a3d69445a" /><Relationship Type="http://schemas.openxmlformats.org/officeDocument/2006/relationships/notesMaster" Target="/ppt/notesMasters/notesMaster1.xml" Id="R359b2e642fa64f7d" /><Relationship Type="http://schemas.openxmlformats.org/officeDocument/2006/relationships/presProps" Target="/ppt/presProps.xml" Id="Rcbf035ffc73247c8" /><Relationship Type="http://schemas.openxmlformats.org/officeDocument/2006/relationships/tableStyles" Target="/ppt/tableStyles.xml" Id="Rdbb1acb1cced4dd6" /><Relationship Type="http://schemas.openxmlformats.org/officeDocument/2006/relationships/slide" Target="/ppt/slides/slide1.xml" Id="Raeb6e99be6e34236" /><Relationship Type="http://schemas.openxmlformats.org/officeDocument/2006/relationships/slide" Target="/ppt/slides/slide2.xml" Id="Ra6bb04e780844027" /><Relationship Type="http://schemas.openxmlformats.org/officeDocument/2006/relationships/slide" Target="/ppt/slides/slide3.xml" Id="Rd6b0429222584064" /><Relationship Type="http://schemas.openxmlformats.org/officeDocument/2006/relationships/slide" Target="/ppt/slides/slide4.xml" Id="R8418c86a8b1c4711" /><Relationship Type="http://schemas.openxmlformats.org/officeDocument/2006/relationships/slide" Target="/ppt/slides/slide5.xml" Id="R3c71c31bc9534175" /><Relationship Type="http://schemas.openxmlformats.org/officeDocument/2006/relationships/slide" Target="/ppt/slides/slide6.xml" Id="Rc8de6b54f854478d" /><Relationship Type="http://schemas.openxmlformats.org/officeDocument/2006/relationships/slide" Target="/ppt/slides/slide7.xml" Id="R3c5a364d0710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b6455f14c44d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211093b81541cd" /><Relationship Type="http://schemas.openxmlformats.org/officeDocument/2006/relationships/notesMaster" Target="/ppt/notesMasters/notesMaster1.xml" Id="R6120d8e102b6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cf7477d5d5452b" /><Relationship Type="http://schemas.openxmlformats.org/officeDocument/2006/relationships/notesMaster" Target="/ppt/notesMasters/notesMaster1.xml" Id="R9926215caad5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bb21bc5ad140eb" /><Relationship Type="http://schemas.openxmlformats.org/officeDocument/2006/relationships/notesMaster" Target="/ppt/notesMasters/notesMaster1.xml" Id="Rb45dc069de864f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786cac5aff4036" /><Relationship Type="http://schemas.openxmlformats.org/officeDocument/2006/relationships/notesMaster" Target="/ppt/notesMasters/notesMaster1.xml" Id="R34cc71f23ad94a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10cb30ae2844c7" /><Relationship Type="http://schemas.openxmlformats.org/officeDocument/2006/relationships/notesMaster" Target="/ppt/notesMasters/notesMaster1.xml" Id="R02463b30ba3e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1bc84f58354204" /><Relationship Type="http://schemas.openxmlformats.org/officeDocument/2006/relationships/notesMaster" Target="/ppt/notesMasters/notesMaster1.xml" Id="R8e39f26f5eb840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7b4e1bf16c44c1" /><Relationship Type="http://schemas.openxmlformats.org/officeDocument/2006/relationships/notesMaster" Target="/ppt/notesMasters/notesMaster1.xml" Id="Re898f95189ea49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32903b2cf4c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2db0f74a342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1eeebd93340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94392d2c34e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acfb8d89447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72dddcd7c48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601730-5328-41DD-9F39-D0F541103C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680D097-7655-4C82-B16B-2CCA61D099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6AB601-EED7-48B2-BFDA-E384998F98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6B10F9-9E24-425B-8DFB-4A1D4FF5D5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0235027-18A4-4D19-A936-2710431664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02DFC7-CFBC-4DD5-8F8E-6866E03ADD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0C5D8C-5EFC-44D1-B504-093A646FC0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DF33C9-F8DE-4267-9CFF-5834CF823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C69CA2-DBD8-4ECD-B39B-A21FE1D981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FABCFD-7401-4438-B2BC-B0C86FE880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6fffe1d9b94fb2" /><Relationship Type="http://schemas.openxmlformats.org/officeDocument/2006/relationships/slideLayout" Target="/ppt/slideLayouts/slideLayout1.xml" Id="R3d77a47d81ce4b6e" /><Relationship Type="http://schemas.openxmlformats.org/officeDocument/2006/relationships/slideLayout" Target="/ppt/slideLayouts/slideLayout2.xml" Id="R4654c67e4b20457f" /><Relationship Type="http://schemas.openxmlformats.org/officeDocument/2006/relationships/slideLayout" Target="/ppt/slideLayouts/slideLayout3.xml" Id="R46ca3eac6f8d4d5c" /><Relationship Type="http://schemas.openxmlformats.org/officeDocument/2006/relationships/slideLayout" Target="/ppt/slideLayouts/slideLayout4.xml" Id="Re9b43e71757c4a12" /><Relationship Type="http://schemas.openxmlformats.org/officeDocument/2006/relationships/slideLayout" Target="/ppt/slideLayouts/slideLayout5.xml" Id="R40e0a9e98826496d" /><Relationship Type="http://schemas.openxmlformats.org/officeDocument/2006/relationships/slideLayout" Target="/ppt/slideLayouts/slideLayout6.xml" Id="R5fc57a723ccf4f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77a47d81ce4b6e"/>
    <p:sldLayoutId xmlns:r="http://schemas.openxmlformats.org/officeDocument/2006/relationships" id="2147483650" r:id="R4654c67e4b20457f"/>
    <p:sldLayoutId xmlns:r="http://schemas.openxmlformats.org/officeDocument/2006/relationships" id="2147483651" r:id="R46ca3eac6f8d4d5c"/>
    <p:sldLayoutId xmlns:r="http://schemas.openxmlformats.org/officeDocument/2006/relationships" id="2147483652" r:id="Re9b43e71757c4a12"/>
    <p:sldLayoutId xmlns:r="http://schemas.openxmlformats.org/officeDocument/2006/relationships" id="2147483653" r:id="R40e0a9e98826496d"/>
    <p:sldLayoutId xmlns:r="http://schemas.openxmlformats.org/officeDocument/2006/relationships" id="2147483654" r:id="R5fc57a723ccf4f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5bcbf7afec4ef5" /><Relationship Type="http://schemas.openxmlformats.org/officeDocument/2006/relationships/image" Target="/ppt/media/image.png" Id="Rff0e1e21fda84609" /><Relationship Type="http://schemas.openxmlformats.org/officeDocument/2006/relationships/image" Target="/ppt/media/image2.png" Id="Ra0607a760baf40d4" /><Relationship Type="http://schemas.openxmlformats.org/officeDocument/2006/relationships/notesSlide" Target="/ppt/notesSlides/notesSlide1.xml" Id="R0925e505e32442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1204471bfc4282" /><Relationship Type="http://schemas.openxmlformats.org/officeDocument/2006/relationships/image" Target="/ppt/media/image3.png" Id="R7b1100b339034e15" /><Relationship Type="http://schemas.openxmlformats.org/officeDocument/2006/relationships/notesSlide" Target="/ppt/notesSlides/notesSlide2.xml" Id="R06c3d6966fbe48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9e60f71e44475" /><Relationship Type="http://schemas.openxmlformats.org/officeDocument/2006/relationships/notesSlide" Target="/ppt/notesSlides/notesSlide3.xml" Id="R8ce74988c38c43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80de3fd49448b3" /><Relationship Type="http://schemas.openxmlformats.org/officeDocument/2006/relationships/notesSlide" Target="/ppt/notesSlides/notesSlide4.xml" Id="R2edabbea75984d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bba538f5a43ad" /><Relationship Type="http://schemas.openxmlformats.org/officeDocument/2006/relationships/image" Target="/ppt/media/image4.png" Id="R11300d011a684d7d" /><Relationship Type="http://schemas.openxmlformats.org/officeDocument/2006/relationships/notesSlide" Target="/ppt/notesSlides/notesSlide5.xml" Id="R103ea6f531af4b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03761e3ea748d6" /><Relationship Type="http://schemas.openxmlformats.org/officeDocument/2006/relationships/notesSlide" Target="/ppt/notesSlides/notesSlide6.xml" Id="R2dbd4a1e8d0c42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d9895df9b42e9" /><Relationship Type="http://schemas.openxmlformats.org/officeDocument/2006/relationships/notesSlide" Target="/ppt/notesSlides/notesSlide7.xml" Id="Rae677c30aa584c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CF7C7-F726-4077-A530-55892FB534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e1e21fda84609"/>
          <a:stretch xmlns:a="http://schemas.openxmlformats.org/drawingml/2006/main"/>
        </p:blipFill>
        <p:spPr>
          <a:xfrm xmlns:a="http://schemas.openxmlformats.org/drawingml/2006/main">
            <a:off x="6191250" y="1428750"/>
            <a:ext cx="6000750" cy="4000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1A665-5400-4682-A022-DFADCE4A42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07a760baf40d4"/>
          <a:stretch xmlns:a="http://schemas.openxmlformats.org/drawingml/2006/main"/>
        </p:blipFill>
        <p:spPr>
          <a:xfrm xmlns:a="http://schemas.openxmlformats.org/drawingml/2006/main">
            <a:off x="628650" y="523875"/>
            <a:ext cx="819150" cy="819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A8FCC-E3E0-4BFA-B255-43CEC43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Savia IoT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7BE97-699B-4CA7-AA68-67FCEF82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429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  <a:lvl1pPr>
              <a:defRPr sz="2850" b="1">
                <a:solidFill>
                  <a:srgbClr val="FFFFFF"/>
                </a:solidFill>
              </a:defRPr>
            </a:lvl1pPr>
            <a:lvl2pPr>
              <a:defRPr sz="2850" b="1">
                <a:solidFill>
                  <a:srgbClr val="FFFFFF"/>
                </a:solidFill>
              </a:defRPr>
            </a:lvl2pPr>
            <a:lvl3pPr>
              <a:defRPr sz="2850" b="1">
                <a:solidFill>
                  <a:srgbClr val="FFFFFF"/>
                </a:solidFill>
              </a:defRPr>
            </a:lvl3pPr>
            <a:lvl4pPr>
              <a:defRPr sz="2850" b="1">
                <a:solidFill>
                  <a:srgbClr val="FFFFFF"/>
                </a:solidFill>
              </a:defRPr>
            </a:lvl4pPr>
            <a:lvl5pPr>
              <a:defRPr sz="2850" b="1">
                <a:solidFill>
                  <a:srgbClr val="FFFFFF"/>
                </a:solidFill>
              </a:defRPr>
            </a:lvl5pPr>
            <a:lvl6pPr>
              <a:defRPr sz="2850" b="1">
                <a:solidFill>
                  <a:srgbClr val="FFFFFF"/>
                </a:solidFill>
              </a:defRPr>
            </a:lvl6pPr>
            <a:lvl7pPr>
              <a:defRPr sz="2850" b="1">
                <a:solidFill>
                  <a:srgbClr val="FFFFFF"/>
                </a:solidFill>
              </a:defRPr>
            </a:lvl7pPr>
            <a:lvl8pPr>
              <a:defRPr sz="2850" b="1">
                <a:solidFill>
                  <a:srgbClr val="FFFFFF"/>
                </a:solidFill>
              </a:defRPr>
            </a:lvl8pPr>
            <a:lvl9pPr>
              <a:defRPr sz="28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Práctica 2: datos del invernadero en AWS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762E5-F6BD-4DDF-A329-A69E8E73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CBE8D6"/>
                </a:solidFill>
              </a:defRPr>
            </a:defPPr>
            <a:lvl1pPr>
              <a:defRPr sz="1725" b="0">
                <a:solidFill>
                  <a:srgbClr val="CBE8D6"/>
                </a:solidFill>
              </a:defRPr>
            </a:lvl1pPr>
            <a:lvl2pPr>
              <a:defRPr sz="1725" b="0">
                <a:solidFill>
                  <a:srgbClr val="CBE8D6"/>
                </a:solidFill>
              </a:defRPr>
            </a:lvl2pPr>
            <a:lvl3pPr>
              <a:defRPr sz="1725" b="0">
                <a:solidFill>
                  <a:srgbClr val="CBE8D6"/>
                </a:solidFill>
              </a:defRPr>
            </a:lvl3pPr>
            <a:lvl4pPr>
              <a:defRPr sz="1725" b="0">
                <a:solidFill>
                  <a:srgbClr val="CBE8D6"/>
                </a:solidFill>
              </a:defRPr>
            </a:lvl4pPr>
            <a:lvl5pPr>
              <a:defRPr sz="1725" b="0">
                <a:solidFill>
                  <a:srgbClr val="CBE8D6"/>
                </a:solidFill>
              </a:defRPr>
            </a:lvl5pPr>
            <a:lvl6pPr>
              <a:defRPr sz="1725" b="0">
                <a:solidFill>
                  <a:srgbClr val="CBE8D6"/>
                </a:solidFill>
              </a:defRPr>
            </a:lvl6pPr>
            <a:lvl7pPr>
              <a:defRPr sz="1725" b="0">
                <a:solidFill>
                  <a:srgbClr val="CBE8D6"/>
                </a:solidFill>
              </a:defRPr>
            </a:lvl7pPr>
            <a:lvl8pPr>
              <a:defRPr sz="1725" b="0">
                <a:solidFill>
                  <a:srgbClr val="CBE8D6"/>
                </a:solidFill>
              </a:defRPr>
            </a:lvl8pPr>
            <a:lvl9pPr>
              <a:defRPr sz="1725" b="0">
                <a:solidFill>
                  <a:srgbClr val="CBE8D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BE8D6"/>
                </a:solidFill>
              </a:defRPr>
            </a:pPr>
            <a:r>
              <a:rPr sz="1725" b="0">
                <a:solidFill>
                  <a:srgbClr val="CBE8D6"/>
                </a:solidFill>
              </a:rPr>
              <a:t>ESP32 simulado · MQTT · InfluxDB · Grafana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D1A7A-A6A4-4517-AF70-09B5D3DD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Natalia Hernández Piedrahita · Sidney Leonardo Leusson Angulo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José Fernando Luque Cajiao · Jarvin David Alvarado Garcés</a:t>
            </a:r>
          </a:p>
        </p:txBody>
      </p:sp>
    </p:spTree>
    <p:extLst>
      <p:ext uri="{BB962C8B-B14F-4D97-AF65-F5344CB8AC3E}">
        <p14:creationId xmlns:p14="http://schemas.microsoft.com/office/powerpoint/2010/main" val="66910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A535D-F2B9-44C7-A6A0-89237B19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87D53"/>
                </a:solidFill>
              </a:defRPr>
            </a:defPPr>
            <a:lvl1pPr>
              <a:defRPr sz="1200" b="1">
                <a:solidFill>
                  <a:srgbClr val="287D53"/>
                </a:solidFill>
              </a:defRPr>
            </a:lvl1pPr>
            <a:lvl2pPr>
              <a:defRPr sz="1200" b="1">
                <a:solidFill>
                  <a:srgbClr val="287D53"/>
                </a:solidFill>
              </a:defRPr>
            </a:lvl2pPr>
            <a:lvl3pPr>
              <a:defRPr sz="1200" b="1">
                <a:solidFill>
                  <a:srgbClr val="287D53"/>
                </a:solidFill>
              </a:defRPr>
            </a:lvl3pPr>
            <a:lvl4pPr>
              <a:defRPr sz="1200" b="1">
                <a:solidFill>
                  <a:srgbClr val="287D53"/>
                </a:solidFill>
              </a:defRPr>
            </a:lvl4pPr>
            <a:lvl5pPr>
              <a:defRPr sz="1200" b="1">
                <a:solidFill>
                  <a:srgbClr val="287D53"/>
                </a:solidFill>
              </a:defRPr>
            </a:lvl5pPr>
            <a:lvl6pPr>
              <a:defRPr sz="1200" b="1">
                <a:solidFill>
                  <a:srgbClr val="287D53"/>
                </a:solidFill>
              </a:defRPr>
            </a:lvl6pPr>
            <a:lvl7pPr>
              <a:defRPr sz="1200" b="1">
                <a:solidFill>
                  <a:srgbClr val="287D53"/>
                </a:solidFill>
              </a:defRPr>
            </a:lvl7pPr>
            <a:lvl8pPr>
              <a:defRPr sz="1200" b="1">
                <a:solidFill>
                  <a:srgbClr val="287D53"/>
                </a:solidFill>
              </a:defRPr>
            </a:lvl8pPr>
            <a:lvl9pPr>
              <a:defRPr sz="120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87D53"/>
                </a:solidFill>
              </a:defRPr>
            </a:pPr>
            <a:r>
              <a:rPr sz="1200" b="1">
                <a:solidFill>
                  <a:srgbClr val="287D53"/>
                </a:solidFill>
              </a:rPr>
              <a:t>SAVIA IOT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F9AFDE-98BD-4B5D-A5CB-45F48FD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53C2E"/>
                </a:solidFill>
              </a:defRPr>
            </a:defPPr>
            <a:lvl1pPr>
              <a:defRPr sz="3150" b="1">
                <a:solidFill>
                  <a:srgbClr val="153C2E"/>
                </a:solidFill>
              </a:defRPr>
            </a:lvl1pPr>
            <a:lvl2pPr>
              <a:defRPr sz="3150" b="1">
                <a:solidFill>
                  <a:srgbClr val="153C2E"/>
                </a:solidFill>
              </a:defRPr>
            </a:lvl2pPr>
            <a:lvl3pPr>
              <a:defRPr sz="3150" b="1">
                <a:solidFill>
                  <a:srgbClr val="153C2E"/>
                </a:solidFill>
              </a:defRPr>
            </a:lvl3pPr>
            <a:lvl4pPr>
              <a:defRPr sz="3150" b="1">
                <a:solidFill>
                  <a:srgbClr val="153C2E"/>
                </a:solidFill>
              </a:defRPr>
            </a:lvl4pPr>
            <a:lvl5pPr>
              <a:defRPr sz="3150" b="1">
                <a:solidFill>
                  <a:srgbClr val="153C2E"/>
                </a:solidFill>
              </a:defRPr>
            </a:lvl5pPr>
            <a:lvl6pPr>
              <a:defRPr sz="3150" b="1">
                <a:solidFill>
                  <a:srgbClr val="153C2E"/>
                </a:solidFill>
              </a:defRPr>
            </a:lvl6pPr>
            <a:lvl7pPr>
              <a:defRPr sz="3150" b="1">
                <a:solidFill>
                  <a:srgbClr val="153C2E"/>
                </a:solidFill>
              </a:defRPr>
            </a:lvl7pPr>
            <a:lvl8pPr>
              <a:defRPr sz="3150" b="1">
                <a:solidFill>
                  <a:srgbClr val="153C2E"/>
                </a:solidFill>
              </a:defRPr>
            </a:lvl8pPr>
            <a:lvl9pPr>
              <a:defRPr sz="31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C2E"/>
                </a:solidFill>
              </a:defRPr>
            </a:pPr>
            <a:r>
              <a:rPr sz="3150" b="1">
                <a:solidFill>
                  <a:srgbClr val="153C2E"/>
                </a:solidFill>
              </a:rPr>
              <a:t>El caso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BB859-D14E-4EC2-95D1-94F0F59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87D53"/>
                </a:solidFill>
              </a:defRPr>
            </a:defPPr>
            <a:lvl1pPr>
              <a:defRPr sz="1350" b="1">
                <a:solidFill>
                  <a:srgbClr val="287D53"/>
                </a:solidFill>
              </a:defRPr>
            </a:lvl1pPr>
            <a:lvl2pPr>
              <a:defRPr sz="1350" b="1">
                <a:solidFill>
                  <a:srgbClr val="287D53"/>
                </a:solidFill>
              </a:defRPr>
            </a:lvl2pPr>
            <a:lvl3pPr>
              <a:defRPr sz="1350" b="1">
                <a:solidFill>
                  <a:srgbClr val="287D53"/>
                </a:solidFill>
              </a:defRPr>
            </a:lvl3pPr>
            <a:lvl4pPr>
              <a:defRPr sz="1350" b="1">
                <a:solidFill>
                  <a:srgbClr val="287D53"/>
                </a:solidFill>
              </a:defRPr>
            </a:lvl4pPr>
            <a:lvl5pPr>
              <a:defRPr sz="1350" b="1">
                <a:solidFill>
                  <a:srgbClr val="287D53"/>
                </a:solidFill>
              </a:defRPr>
            </a:lvl5pPr>
            <a:lvl6pPr>
              <a:defRPr sz="1350" b="1">
                <a:solidFill>
                  <a:srgbClr val="287D53"/>
                </a:solidFill>
              </a:defRPr>
            </a:lvl6pPr>
            <a:lvl7pPr>
              <a:defRPr sz="1350" b="1">
                <a:solidFill>
                  <a:srgbClr val="287D53"/>
                </a:solidFill>
              </a:defRPr>
            </a:lvl7pPr>
            <a:lvl8pPr>
              <a:defRPr sz="1350" b="1">
                <a:solidFill>
                  <a:srgbClr val="287D53"/>
                </a:solidFill>
              </a:defRPr>
            </a:lvl8pPr>
            <a:lvl9pPr>
              <a:defRPr sz="13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87D53"/>
                </a:solidFill>
              </a:defRPr>
            </a:pPr>
            <a:r>
              <a:rPr sz="1350" b="1">
                <a:solidFill>
                  <a:srgbClr val="287D5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725E0-216A-4843-A4C2-D1DE59F3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238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82922"/>
                </a:solidFill>
              </a:defRPr>
            </a:defPPr>
            <a:lvl1pPr>
              <a:defRPr sz="2175" b="0">
                <a:solidFill>
                  <a:srgbClr val="182922"/>
                </a:solidFill>
              </a:defRPr>
            </a:lvl1pPr>
            <a:lvl2pPr>
              <a:defRPr sz="2175" b="0">
                <a:solidFill>
                  <a:srgbClr val="182922"/>
                </a:solidFill>
              </a:defRPr>
            </a:lvl2pPr>
            <a:lvl3pPr>
              <a:defRPr sz="2175" b="0">
                <a:solidFill>
                  <a:srgbClr val="182922"/>
                </a:solidFill>
              </a:defRPr>
            </a:lvl3pPr>
            <a:lvl4pPr>
              <a:defRPr sz="2175" b="0">
                <a:solidFill>
                  <a:srgbClr val="182922"/>
                </a:solidFill>
              </a:defRPr>
            </a:lvl4pPr>
            <a:lvl5pPr>
              <a:defRPr sz="2175" b="0">
                <a:solidFill>
                  <a:srgbClr val="182922"/>
                </a:solidFill>
              </a:defRPr>
            </a:lvl5pPr>
            <a:lvl6pPr>
              <a:defRPr sz="2175" b="0">
                <a:solidFill>
                  <a:srgbClr val="182922"/>
                </a:solidFill>
              </a:defRPr>
            </a:lvl6pPr>
            <a:lvl7pPr>
              <a:defRPr sz="2175" b="0">
                <a:solidFill>
                  <a:srgbClr val="182922"/>
                </a:solidFill>
              </a:defRPr>
            </a:lvl7pPr>
            <a:lvl8pPr>
              <a:defRPr sz="2175" b="0">
                <a:solidFill>
                  <a:srgbClr val="182922"/>
                </a:solidFill>
              </a:defRPr>
            </a:lvl8pPr>
            <a:lvl9pPr>
              <a:defRPr sz="217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922"/>
                </a:solidFill>
              </a:defRPr>
            </a:pPr>
            <a:r>
              <a:rPr sz="2175" b="0">
                <a:solidFill>
                  <a:srgbClr val="182922"/>
                </a:solidFill>
              </a:rPr>
              <a:t>Un invernadero de tomates necesita registrar las condiciones del aire y observar sus cambios con el tiempo.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3E41D-77E6-405A-8CD8-2271972B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2675D"/>
                </a:solidFill>
              </a:defRPr>
            </a:defPPr>
            <a:lvl1pPr>
              <a:defRPr sz="1800" b="0">
                <a:solidFill>
                  <a:srgbClr val="52675D"/>
                </a:solidFill>
              </a:defRPr>
            </a:lvl1pPr>
            <a:lvl2pPr>
              <a:defRPr sz="1800" b="0">
                <a:solidFill>
                  <a:srgbClr val="52675D"/>
                </a:solidFill>
              </a:defRPr>
            </a:lvl2pPr>
            <a:lvl3pPr>
              <a:defRPr sz="1800" b="0">
                <a:solidFill>
                  <a:srgbClr val="52675D"/>
                </a:solidFill>
              </a:defRPr>
            </a:lvl3pPr>
            <a:lvl4pPr>
              <a:defRPr sz="1800" b="0">
                <a:solidFill>
                  <a:srgbClr val="52675D"/>
                </a:solidFill>
              </a:defRPr>
            </a:lvl4pPr>
            <a:lvl5pPr>
              <a:defRPr sz="1800" b="0">
                <a:solidFill>
                  <a:srgbClr val="52675D"/>
                </a:solidFill>
              </a:defRPr>
            </a:lvl5pPr>
            <a:lvl6pPr>
              <a:defRPr sz="1800" b="0">
                <a:solidFill>
                  <a:srgbClr val="52675D"/>
                </a:solidFill>
              </a:defRPr>
            </a:lvl6pPr>
            <a:lvl7pPr>
              <a:defRPr sz="1800" b="0">
                <a:solidFill>
                  <a:srgbClr val="52675D"/>
                </a:solidFill>
              </a:defRPr>
            </a:lvl7pPr>
            <a:lvl8pPr>
              <a:defRPr sz="1800" b="0">
                <a:solidFill>
                  <a:srgbClr val="52675D"/>
                </a:solidFill>
              </a:defRPr>
            </a:lvl8pPr>
            <a:lvl9pPr>
              <a:defRPr sz="1800" b="0">
                <a:solidFill>
                  <a:srgbClr val="52675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5D"/>
                </a:solidFill>
              </a:defRPr>
            </a:pPr>
            <a:r>
              <a:rPr sz="1800" b="0">
                <a:solidFill>
                  <a:srgbClr val="52675D"/>
                </a:solidFill>
              </a:rPr>
              <a:t>El DHT22 simulado mide temperatura y humedad. El ESP32 publica cada lectura y mantiene el control local de ventilación.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E401E-98FC-4501-B42D-AF7285E76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100b339034e15"/>
          <a:stretch xmlns:a="http://schemas.openxmlformats.org/drawingml/2006/main"/>
        </p:blipFill>
        <p:spPr>
          <a:xfrm xmlns:a="http://schemas.openxmlformats.org/drawingml/2006/main">
            <a:off x="6667500" y="2047875"/>
            <a:ext cx="4857750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60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4E0F8-04B1-44BB-8BF1-DA6C76B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87D53"/>
                </a:solidFill>
              </a:defRPr>
            </a:defPPr>
            <a:lvl1pPr>
              <a:defRPr sz="1200" b="1">
                <a:solidFill>
                  <a:srgbClr val="287D53"/>
                </a:solidFill>
              </a:defRPr>
            </a:lvl1pPr>
            <a:lvl2pPr>
              <a:defRPr sz="1200" b="1">
                <a:solidFill>
                  <a:srgbClr val="287D53"/>
                </a:solidFill>
              </a:defRPr>
            </a:lvl2pPr>
            <a:lvl3pPr>
              <a:defRPr sz="1200" b="1">
                <a:solidFill>
                  <a:srgbClr val="287D53"/>
                </a:solidFill>
              </a:defRPr>
            </a:lvl3pPr>
            <a:lvl4pPr>
              <a:defRPr sz="1200" b="1">
                <a:solidFill>
                  <a:srgbClr val="287D53"/>
                </a:solidFill>
              </a:defRPr>
            </a:lvl4pPr>
            <a:lvl5pPr>
              <a:defRPr sz="1200" b="1">
                <a:solidFill>
                  <a:srgbClr val="287D53"/>
                </a:solidFill>
              </a:defRPr>
            </a:lvl5pPr>
            <a:lvl6pPr>
              <a:defRPr sz="1200" b="1">
                <a:solidFill>
                  <a:srgbClr val="287D53"/>
                </a:solidFill>
              </a:defRPr>
            </a:lvl6pPr>
            <a:lvl7pPr>
              <a:defRPr sz="1200" b="1">
                <a:solidFill>
                  <a:srgbClr val="287D53"/>
                </a:solidFill>
              </a:defRPr>
            </a:lvl7pPr>
            <a:lvl8pPr>
              <a:defRPr sz="1200" b="1">
                <a:solidFill>
                  <a:srgbClr val="287D53"/>
                </a:solidFill>
              </a:defRPr>
            </a:lvl8pPr>
            <a:lvl9pPr>
              <a:defRPr sz="120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87D53"/>
                </a:solidFill>
              </a:defRPr>
            </a:pPr>
            <a:r>
              <a:rPr sz="1200" b="1">
                <a:solidFill>
                  <a:srgbClr val="287D53"/>
                </a:solidFill>
              </a:rPr>
              <a:t>SAVIA IOT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F67CE-5EC2-45CD-962E-AC5BD6C9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53C2E"/>
                </a:solidFill>
              </a:defRPr>
            </a:defPPr>
            <a:lvl1pPr>
              <a:defRPr sz="3150" b="1">
                <a:solidFill>
                  <a:srgbClr val="153C2E"/>
                </a:solidFill>
              </a:defRPr>
            </a:lvl1pPr>
            <a:lvl2pPr>
              <a:defRPr sz="3150" b="1">
                <a:solidFill>
                  <a:srgbClr val="153C2E"/>
                </a:solidFill>
              </a:defRPr>
            </a:lvl2pPr>
            <a:lvl3pPr>
              <a:defRPr sz="3150" b="1">
                <a:solidFill>
                  <a:srgbClr val="153C2E"/>
                </a:solidFill>
              </a:defRPr>
            </a:lvl3pPr>
            <a:lvl4pPr>
              <a:defRPr sz="3150" b="1">
                <a:solidFill>
                  <a:srgbClr val="153C2E"/>
                </a:solidFill>
              </a:defRPr>
            </a:lvl4pPr>
            <a:lvl5pPr>
              <a:defRPr sz="3150" b="1">
                <a:solidFill>
                  <a:srgbClr val="153C2E"/>
                </a:solidFill>
              </a:defRPr>
            </a:lvl5pPr>
            <a:lvl6pPr>
              <a:defRPr sz="3150" b="1">
                <a:solidFill>
                  <a:srgbClr val="153C2E"/>
                </a:solidFill>
              </a:defRPr>
            </a:lvl6pPr>
            <a:lvl7pPr>
              <a:defRPr sz="3150" b="1">
                <a:solidFill>
                  <a:srgbClr val="153C2E"/>
                </a:solidFill>
              </a:defRPr>
            </a:lvl7pPr>
            <a:lvl8pPr>
              <a:defRPr sz="3150" b="1">
                <a:solidFill>
                  <a:srgbClr val="153C2E"/>
                </a:solidFill>
              </a:defRPr>
            </a:lvl8pPr>
            <a:lvl9pPr>
              <a:defRPr sz="31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C2E"/>
                </a:solidFill>
              </a:defRPr>
            </a:pPr>
            <a:r>
              <a:rPr sz="3150" b="1">
                <a:solidFill>
                  <a:srgbClr val="153C2E"/>
                </a:solidFill>
              </a:rPr>
              <a:t>Arquitectura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A46D1-3638-4B81-B786-711A4B47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87D53"/>
                </a:solidFill>
              </a:defRPr>
            </a:defPPr>
            <a:lvl1pPr>
              <a:defRPr sz="1350" b="1">
                <a:solidFill>
                  <a:srgbClr val="287D53"/>
                </a:solidFill>
              </a:defRPr>
            </a:lvl1pPr>
            <a:lvl2pPr>
              <a:defRPr sz="1350" b="1">
                <a:solidFill>
                  <a:srgbClr val="287D53"/>
                </a:solidFill>
              </a:defRPr>
            </a:lvl2pPr>
            <a:lvl3pPr>
              <a:defRPr sz="1350" b="1">
                <a:solidFill>
                  <a:srgbClr val="287D53"/>
                </a:solidFill>
              </a:defRPr>
            </a:lvl3pPr>
            <a:lvl4pPr>
              <a:defRPr sz="1350" b="1">
                <a:solidFill>
                  <a:srgbClr val="287D53"/>
                </a:solidFill>
              </a:defRPr>
            </a:lvl4pPr>
            <a:lvl5pPr>
              <a:defRPr sz="1350" b="1">
                <a:solidFill>
                  <a:srgbClr val="287D53"/>
                </a:solidFill>
              </a:defRPr>
            </a:lvl5pPr>
            <a:lvl6pPr>
              <a:defRPr sz="1350" b="1">
                <a:solidFill>
                  <a:srgbClr val="287D53"/>
                </a:solidFill>
              </a:defRPr>
            </a:lvl6pPr>
            <a:lvl7pPr>
              <a:defRPr sz="1350" b="1">
                <a:solidFill>
                  <a:srgbClr val="287D53"/>
                </a:solidFill>
              </a:defRPr>
            </a:lvl7pPr>
            <a:lvl8pPr>
              <a:defRPr sz="1350" b="1">
                <a:solidFill>
                  <a:srgbClr val="287D53"/>
                </a:solidFill>
              </a:defRPr>
            </a:lvl8pPr>
            <a:lvl9pPr>
              <a:defRPr sz="13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87D53"/>
                </a:solidFill>
              </a:defRPr>
            </a:pPr>
            <a:r>
              <a:rPr sz="1350" b="1">
                <a:solidFill>
                  <a:srgbClr val="287D5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308F0-C74F-4736-B6CB-EBE2F51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153C2E"/>
                </a:solidFill>
              </a:defRPr>
            </a:defPPr>
            <a:lvl1pPr>
              <a:defRPr sz="2250" b="1">
                <a:solidFill>
                  <a:srgbClr val="153C2E"/>
                </a:solidFill>
              </a:defRPr>
            </a:lvl1pPr>
            <a:lvl2pPr>
              <a:defRPr sz="2250" b="1">
                <a:solidFill>
                  <a:srgbClr val="153C2E"/>
                </a:solidFill>
              </a:defRPr>
            </a:lvl2pPr>
            <a:lvl3pPr>
              <a:defRPr sz="2250" b="1">
                <a:solidFill>
                  <a:srgbClr val="153C2E"/>
                </a:solidFill>
              </a:defRPr>
            </a:lvl3pPr>
            <a:lvl4pPr>
              <a:defRPr sz="2250" b="1">
                <a:solidFill>
                  <a:srgbClr val="153C2E"/>
                </a:solidFill>
              </a:defRPr>
            </a:lvl4pPr>
            <a:lvl5pPr>
              <a:defRPr sz="2250" b="1">
                <a:solidFill>
                  <a:srgbClr val="153C2E"/>
                </a:solidFill>
              </a:defRPr>
            </a:lvl5pPr>
            <a:lvl6pPr>
              <a:defRPr sz="2250" b="1">
                <a:solidFill>
                  <a:srgbClr val="153C2E"/>
                </a:solidFill>
              </a:defRPr>
            </a:lvl6pPr>
            <a:lvl7pPr>
              <a:defRPr sz="2250" b="1">
                <a:solidFill>
                  <a:srgbClr val="153C2E"/>
                </a:solidFill>
              </a:defRPr>
            </a:lvl7pPr>
            <a:lvl8pPr>
              <a:defRPr sz="2250" b="1">
                <a:solidFill>
                  <a:srgbClr val="153C2E"/>
                </a:solidFill>
              </a:defRPr>
            </a:lvl8pPr>
            <a:lvl9pPr>
              <a:defRPr sz="22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53C2E"/>
                </a:solidFill>
              </a:defRPr>
            </a:pPr>
            <a:r>
              <a:rPr sz="2250" b="1">
                <a:solidFill>
                  <a:srgbClr val="153C2E"/>
                </a:solidFill>
              </a:rPr>
              <a:t>ESP32 + DHT22 (Wokwi)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AD9B1-491B-47EE-A3F6-788D3DF5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52675D"/>
                </a:solidFill>
              </a:defRPr>
            </a:defPPr>
            <a:lvl1pPr>
              <a:defRPr sz="1800" b="0">
                <a:solidFill>
                  <a:srgbClr val="52675D"/>
                </a:solidFill>
              </a:defRPr>
            </a:lvl1pPr>
            <a:lvl2pPr>
              <a:defRPr sz="1800" b="0">
                <a:solidFill>
                  <a:srgbClr val="52675D"/>
                </a:solidFill>
              </a:defRPr>
            </a:lvl2pPr>
            <a:lvl3pPr>
              <a:defRPr sz="1800" b="0">
                <a:solidFill>
                  <a:srgbClr val="52675D"/>
                </a:solidFill>
              </a:defRPr>
            </a:lvl3pPr>
            <a:lvl4pPr>
              <a:defRPr sz="1800" b="0">
                <a:solidFill>
                  <a:srgbClr val="52675D"/>
                </a:solidFill>
              </a:defRPr>
            </a:lvl4pPr>
            <a:lvl5pPr>
              <a:defRPr sz="1800" b="0">
                <a:solidFill>
                  <a:srgbClr val="52675D"/>
                </a:solidFill>
              </a:defRPr>
            </a:lvl5pPr>
            <a:lvl6pPr>
              <a:defRPr sz="1800" b="0">
                <a:solidFill>
                  <a:srgbClr val="52675D"/>
                </a:solidFill>
              </a:defRPr>
            </a:lvl6pPr>
            <a:lvl7pPr>
              <a:defRPr sz="1800" b="0">
                <a:solidFill>
                  <a:srgbClr val="52675D"/>
                </a:solidFill>
              </a:defRPr>
            </a:lvl7pPr>
            <a:lvl8pPr>
              <a:defRPr sz="1800" b="0">
                <a:solidFill>
                  <a:srgbClr val="52675D"/>
                </a:solidFill>
              </a:defRPr>
            </a:lvl8pPr>
            <a:lvl9pPr>
              <a:defRPr sz="1800" b="0">
                <a:solidFill>
                  <a:srgbClr val="52675D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5D"/>
                </a:solidFill>
              </a:defRPr>
            </a:pPr>
            <a:r>
              <a:rPr sz="1800" b="0">
                <a:solidFill>
                  <a:srgbClr val="52675D"/>
                </a:solidFill>
              </a:rPr>
              <a:t>Publicación autenticada por MQTT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03034-7A5F-4E47-BDF3-51C26596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53C2E"/>
                </a:solidFill>
              </a:defRPr>
            </a:defPPr>
            <a:lvl1pPr>
              <a:defRPr sz="1950" b="1">
                <a:solidFill>
                  <a:srgbClr val="153C2E"/>
                </a:solidFill>
              </a:defRPr>
            </a:lvl1pPr>
            <a:lvl2pPr>
              <a:defRPr sz="1950" b="1">
                <a:solidFill>
                  <a:srgbClr val="153C2E"/>
                </a:solidFill>
              </a:defRPr>
            </a:lvl2pPr>
            <a:lvl3pPr>
              <a:defRPr sz="1950" b="1">
                <a:solidFill>
                  <a:srgbClr val="153C2E"/>
                </a:solidFill>
              </a:defRPr>
            </a:lvl3pPr>
            <a:lvl4pPr>
              <a:defRPr sz="1950" b="1">
                <a:solidFill>
                  <a:srgbClr val="153C2E"/>
                </a:solidFill>
              </a:defRPr>
            </a:lvl4pPr>
            <a:lvl5pPr>
              <a:defRPr sz="1950" b="1">
                <a:solidFill>
                  <a:srgbClr val="153C2E"/>
                </a:solidFill>
              </a:defRPr>
            </a:lvl5pPr>
            <a:lvl6pPr>
              <a:defRPr sz="1950" b="1">
                <a:solidFill>
                  <a:srgbClr val="153C2E"/>
                </a:solidFill>
              </a:defRPr>
            </a:lvl6pPr>
            <a:lvl7pPr>
              <a:defRPr sz="1950" b="1">
                <a:solidFill>
                  <a:srgbClr val="153C2E"/>
                </a:solidFill>
              </a:defRPr>
            </a:lvl7pPr>
            <a:lvl8pPr>
              <a:defRPr sz="1950" b="1">
                <a:solidFill>
                  <a:srgbClr val="153C2E"/>
                </a:solidFill>
              </a:defRPr>
            </a:lvl8pPr>
            <a:lvl9pPr>
              <a:defRPr sz="19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53C2E"/>
                </a:solidFill>
              </a:defRPr>
            </a:pPr>
            <a:r>
              <a:rPr sz="1950" b="1">
                <a:solidFill>
                  <a:srgbClr val="153C2E"/>
                </a:solidFill>
              </a:rPr>
              <a:t>VM principal: Mosquitto, colector y Grafana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47329-3889-40A1-AB08-22B9965C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53C2E"/>
                </a:solidFill>
              </a:defRPr>
            </a:defPPr>
            <a:lvl1pPr>
              <a:defRPr sz="1950" b="1">
                <a:solidFill>
                  <a:srgbClr val="153C2E"/>
                </a:solidFill>
              </a:defRPr>
            </a:lvl1pPr>
            <a:lvl2pPr>
              <a:defRPr sz="1950" b="1">
                <a:solidFill>
                  <a:srgbClr val="153C2E"/>
                </a:solidFill>
              </a:defRPr>
            </a:lvl2pPr>
            <a:lvl3pPr>
              <a:defRPr sz="1950" b="1">
                <a:solidFill>
                  <a:srgbClr val="153C2E"/>
                </a:solidFill>
              </a:defRPr>
            </a:lvl3pPr>
            <a:lvl4pPr>
              <a:defRPr sz="1950" b="1">
                <a:solidFill>
                  <a:srgbClr val="153C2E"/>
                </a:solidFill>
              </a:defRPr>
            </a:lvl4pPr>
            <a:lvl5pPr>
              <a:defRPr sz="1950" b="1">
                <a:solidFill>
                  <a:srgbClr val="153C2E"/>
                </a:solidFill>
              </a:defRPr>
            </a:lvl5pPr>
            <a:lvl6pPr>
              <a:defRPr sz="1950" b="1">
                <a:solidFill>
                  <a:srgbClr val="153C2E"/>
                </a:solidFill>
              </a:defRPr>
            </a:lvl6pPr>
            <a:lvl7pPr>
              <a:defRPr sz="1950" b="1">
                <a:solidFill>
                  <a:srgbClr val="153C2E"/>
                </a:solidFill>
              </a:defRPr>
            </a:lvl7pPr>
            <a:lvl8pPr>
              <a:defRPr sz="1950" b="1">
                <a:solidFill>
                  <a:srgbClr val="153C2E"/>
                </a:solidFill>
              </a:defRPr>
            </a:lvl8pPr>
            <a:lvl9pPr>
              <a:defRPr sz="19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53C2E"/>
                </a:solidFill>
              </a:defRPr>
            </a:pPr>
            <a:r>
              <a:rPr sz="1950" b="1">
                <a:solidFill>
                  <a:srgbClr val="153C2E"/>
                </a:solidFill>
              </a:rPr>
              <a:t>Segunda VM: InfluxDB en otra subred pública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871F1-4EE5-4FBB-8E12-58030C51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52675D"/>
                </a:solidFill>
              </a:defRPr>
            </a:defPPr>
            <a:lvl1pPr>
              <a:defRPr sz="2025" b="0">
                <a:solidFill>
                  <a:srgbClr val="52675D"/>
                </a:solidFill>
              </a:defRPr>
            </a:lvl1pPr>
            <a:lvl2pPr>
              <a:defRPr sz="2025" b="0">
                <a:solidFill>
                  <a:srgbClr val="52675D"/>
                </a:solidFill>
              </a:defRPr>
            </a:lvl2pPr>
            <a:lvl3pPr>
              <a:defRPr sz="2025" b="0">
                <a:solidFill>
                  <a:srgbClr val="52675D"/>
                </a:solidFill>
              </a:defRPr>
            </a:lvl3pPr>
            <a:lvl4pPr>
              <a:defRPr sz="2025" b="0">
                <a:solidFill>
                  <a:srgbClr val="52675D"/>
                </a:solidFill>
              </a:defRPr>
            </a:lvl4pPr>
            <a:lvl5pPr>
              <a:defRPr sz="2025" b="0">
                <a:solidFill>
                  <a:srgbClr val="52675D"/>
                </a:solidFill>
              </a:defRPr>
            </a:lvl5pPr>
            <a:lvl6pPr>
              <a:defRPr sz="2025" b="0">
                <a:solidFill>
                  <a:srgbClr val="52675D"/>
                </a:solidFill>
              </a:defRPr>
            </a:lvl6pPr>
            <a:lvl7pPr>
              <a:defRPr sz="2025" b="0">
                <a:solidFill>
                  <a:srgbClr val="52675D"/>
                </a:solidFill>
              </a:defRPr>
            </a:lvl7pPr>
            <a:lvl8pPr>
              <a:defRPr sz="2025" b="0">
                <a:solidFill>
                  <a:srgbClr val="52675D"/>
                </a:solidFill>
              </a:defRPr>
            </a:lvl8pPr>
            <a:lvl9pPr>
              <a:defRPr sz="2025" b="0">
                <a:solidFill>
                  <a:srgbClr val="52675D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5D"/>
                </a:solidFill>
              </a:defRPr>
            </a:pPr>
            <a:r>
              <a:rPr sz="2025" b="0">
                <a:solidFill>
                  <a:srgbClr val="52675D"/>
                </a:solidFill>
              </a:rPr>
              <a:t>El CSV conserva una copia legible de las lecturas. La base solo acepta conexiones desde la VM principal.</a:t>
            </a:r>
          </a:p>
        </p:txBody>
      </p:sp>
    </p:spTree>
    <p:extLst>
      <p:ext uri="{BB962C8B-B14F-4D97-AF65-F5344CB8AC3E}">
        <p14:creationId xmlns:p14="http://schemas.microsoft.com/office/powerpoint/2010/main" val="1867467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E2502-09FB-440E-BFC3-50DB1A8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87D53"/>
                </a:solidFill>
              </a:defRPr>
            </a:defPPr>
            <a:lvl1pPr>
              <a:defRPr sz="1200" b="1">
                <a:solidFill>
                  <a:srgbClr val="287D53"/>
                </a:solidFill>
              </a:defRPr>
            </a:lvl1pPr>
            <a:lvl2pPr>
              <a:defRPr sz="1200" b="1">
                <a:solidFill>
                  <a:srgbClr val="287D53"/>
                </a:solidFill>
              </a:defRPr>
            </a:lvl2pPr>
            <a:lvl3pPr>
              <a:defRPr sz="1200" b="1">
                <a:solidFill>
                  <a:srgbClr val="287D53"/>
                </a:solidFill>
              </a:defRPr>
            </a:lvl3pPr>
            <a:lvl4pPr>
              <a:defRPr sz="1200" b="1">
                <a:solidFill>
                  <a:srgbClr val="287D53"/>
                </a:solidFill>
              </a:defRPr>
            </a:lvl4pPr>
            <a:lvl5pPr>
              <a:defRPr sz="1200" b="1">
                <a:solidFill>
                  <a:srgbClr val="287D53"/>
                </a:solidFill>
              </a:defRPr>
            </a:lvl5pPr>
            <a:lvl6pPr>
              <a:defRPr sz="1200" b="1">
                <a:solidFill>
                  <a:srgbClr val="287D53"/>
                </a:solidFill>
              </a:defRPr>
            </a:lvl6pPr>
            <a:lvl7pPr>
              <a:defRPr sz="1200" b="1">
                <a:solidFill>
                  <a:srgbClr val="287D53"/>
                </a:solidFill>
              </a:defRPr>
            </a:lvl7pPr>
            <a:lvl8pPr>
              <a:defRPr sz="1200" b="1">
                <a:solidFill>
                  <a:srgbClr val="287D53"/>
                </a:solidFill>
              </a:defRPr>
            </a:lvl8pPr>
            <a:lvl9pPr>
              <a:defRPr sz="120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87D53"/>
                </a:solidFill>
              </a:defRPr>
            </a:pPr>
            <a:r>
              <a:rPr sz="1200" b="1">
                <a:solidFill>
                  <a:srgbClr val="287D53"/>
                </a:solidFill>
              </a:rPr>
              <a:t>SAVIA IOT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FA860-3A69-4CA9-B021-8E29F028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53C2E"/>
                </a:solidFill>
              </a:defRPr>
            </a:defPPr>
            <a:lvl1pPr>
              <a:defRPr sz="3150" b="1">
                <a:solidFill>
                  <a:srgbClr val="153C2E"/>
                </a:solidFill>
              </a:defRPr>
            </a:lvl1pPr>
            <a:lvl2pPr>
              <a:defRPr sz="3150" b="1">
                <a:solidFill>
                  <a:srgbClr val="153C2E"/>
                </a:solidFill>
              </a:defRPr>
            </a:lvl2pPr>
            <a:lvl3pPr>
              <a:defRPr sz="3150" b="1">
                <a:solidFill>
                  <a:srgbClr val="153C2E"/>
                </a:solidFill>
              </a:defRPr>
            </a:lvl3pPr>
            <a:lvl4pPr>
              <a:defRPr sz="3150" b="1">
                <a:solidFill>
                  <a:srgbClr val="153C2E"/>
                </a:solidFill>
              </a:defRPr>
            </a:lvl4pPr>
            <a:lvl5pPr>
              <a:defRPr sz="3150" b="1">
                <a:solidFill>
                  <a:srgbClr val="153C2E"/>
                </a:solidFill>
              </a:defRPr>
            </a:lvl5pPr>
            <a:lvl6pPr>
              <a:defRPr sz="3150" b="1">
                <a:solidFill>
                  <a:srgbClr val="153C2E"/>
                </a:solidFill>
              </a:defRPr>
            </a:lvl6pPr>
            <a:lvl7pPr>
              <a:defRPr sz="3150" b="1">
                <a:solidFill>
                  <a:srgbClr val="153C2E"/>
                </a:solidFill>
              </a:defRPr>
            </a:lvl7pPr>
            <a:lvl8pPr>
              <a:defRPr sz="3150" b="1">
                <a:solidFill>
                  <a:srgbClr val="153C2E"/>
                </a:solidFill>
              </a:defRPr>
            </a:lvl8pPr>
            <a:lvl9pPr>
              <a:defRPr sz="31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C2E"/>
                </a:solidFill>
              </a:defRPr>
            </a:pPr>
            <a:r>
              <a:rPr sz="3150" b="1">
                <a:solidFill>
                  <a:srgbClr val="153C2E"/>
                </a:solidFill>
              </a:rPr>
              <a:t>De la lectura al historial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094DE-1FC1-4CCA-8BDF-01AEBB9D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87D53"/>
                </a:solidFill>
              </a:defRPr>
            </a:defPPr>
            <a:lvl1pPr>
              <a:defRPr sz="1350" b="1">
                <a:solidFill>
                  <a:srgbClr val="287D53"/>
                </a:solidFill>
              </a:defRPr>
            </a:lvl1pPr>
            <a:lvl2pPr>
              <a:defRPr sz="1350" b="1">
                <a:solidFill>
                  <a:srgbClr val="287D53"/>
                </a:solidFill>
              </a:defRPr>
            </a:lvl2pPr>
            <a:lvl3pPr>
              <a:defRPr sz="1350" b="1">
                <a:solidFill>
                  <a:srgbClr val="287D53"/>
                </a:solidFill>
              </a:defRPr>
            </a:lvl3pPr>
            <a:lvl4pPr>
              <a:defRPr sz="1350" b="1">
                <a:solidFill>
                  <a:srgbClr val="287D53"/>
                </a:solidFill>
              </a:defRPr>
            </a:lvl4pPr>
            <a:lvl5pPr>
              <a:defRPr sz="1350" b="1">
                <a:solidFill>
                  <a:srgbClr val="287D53"/>
                </a:solidFill>
              </a:defRPr>
            </a:lvl5pPr>
            <a:lvl6pPr>
              <a:defRPr sz="1350" b="1">
                <a:solidFill>
                  <a:srgbClr val="287D53"/>
                </a:solidFill>
              </a:defRPr>
            </a:lvl6pPr>
            <a:lvl7pPr>
              <a:defRPr sz="1350" b="1">
                <a:solidFill>
                  <a:srgbClr val="287D53"/>
                </a:solidFill>
              </a:defRPr>
            </a:lvl7pPr>
            <a:lvl8pPr>
              <a:defRPr sz="1350" b="1">
                <a:solidFill>
                  <a:srgbClr val="287D53"/>
                </a:solidFill>
              </a:defRPr>
            </a:lvl8pPr>
            <a:lvl9pPr>
              <a:defRPr sz="13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87D53"/>
                </a:solidFill>
              </a:defRPr>
            </a:pPr>
            <a:r>
              <a:rPr sz="1350" b="1">
                <a:solidFill>
                  <a:srgbClr val="287D5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CF995-B483-402D-90F8-EF06378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87D53"/>
                </a:solidFill>
              </a:defRPr>
            </a:defPPr>
            <a:lvl1pPr>
              <a:defRPr sz="2850" b="1">
                <a:solidFill>
                  <a:srgbClr val="287D53"/>
                </a:solidFill>
              </a:defRPr>
            </a:lvl1pPr>
            <a:lvl2pPr>
              <a:defRPr sz="2850" b="1">
                <a:solidFill>
                  <a:srgbClr val="287D53"/>
                </a:solidFill>
              </a:defRPr>
            </a:lvl2pPr>
            <a:lvl3pPr>
              <a:defRPr sz="2850" b="1">
                <a:solidFill>
                  <a:srgbClr val="287D53"/>
                </a:solidFill>
              </a:defRPr>
            </a:lvl3pPr>
            <a:lvl4pPr>
              <a:defRPr sz="2850" b="1">
                <a:solidFill>
                  <a:srgbClr val="287D53"/>
                </a:solidFill>
              </a:defRPr>
            </a:lvl4pPr>
            <a:lvl5pPr>
              <a:defRPr sz="2850" b="1">
                <a:solidFill>
                  <a:srgbClr val="287D53"/>
                </a:solidFill>
              </a:defRPr>
            </a:lvl5pPr>
            <a:lvl6pPr>
              <a:defRPr sz="2850" b="1">
                <a:solidFill>
                  <a:srgbClr val="287D53"/>
                </a:solidFill>
              </a:defRPr>
            </a:lvl6pPr>
            <a:lvl7pPr>
              <a:defRPr sz="2850" b="1">
                <a:solidFill>
                  <a:srgbClr val="287D53"/>
                </a:solidFill>
              </a:defRPr>
            </a:lvl7pPr>
            <a:lvl8pPr>
              <a:defRPr sz="2850" b="1">
                <a:solidFill>
                  <a:srgbClr val="287D53"/>
                </a:solidFill>
              </a:defRPr>
            </a:lvl8pPr>
            <a:lvl9pPr>
              <a:defRPr sz="28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87D53"/>
                </a:solidFill>
              </a:defRPr>
            </a:pPr>
            <a:r>
              <a:rPr sz="2850" b="1">
                <a:solidFill>
                  <a:srgbClr val="287D5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B440B-38CD-4C56-AF22-19929179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9775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82922"/>
                </a:solidFill>
              </a:defRPr>
            </a:defPPr>
            <a:lvl1pPr>
              <a:defRPr sz="2025" b="0">
                <a:solidFill>
                  <a:srgbClr val="182922"/>
                </a:solidFill>
              </a:defRPr>
            </a:lvl1pPr>
            <a:lvl2pPr>
              <a:defRPr sz="2025" b="0">
                <a:solidFill>
                  <a:srgbClr val="182922"/>
                </a:solidFill>
              </a:defRPr>
            </a:lvl2pPr>
            <a:lvl3pPr>
              <a:defRPr sz="2025" b="0">
                <a:solidFill>
                  <a:srgbClr val="182922"/>
                </a:solidFill>
              </a:defRPr>
            </a:lvl3pPr>
            <a:lvl4pPr>
              <a:defRPr sz="2025" b="0">
                <a:solidFill>
                  <a:srgbClr val="182922"/>
                </a:solidFill>
              </a:defRPr>
            </a:lvl4pPr>
            <a:lvl5pPr>
              <a:defRPr sz="2025" b="0">
                <a:solidFill>
                  <a:srgbClr val="182922"/>
                </a:solidFill>
              </a:defRPr>
            </a:lvl5pPr>
            <a:lvl6pPr>
              <a:defRPr sz="2025" b="0">
                <a:solidFill>
                  <a:srgbClr val="182922"/>
                </a:solidFill>
              </a:defRPr>
            </a:lvl6pPr>
            <a:lvl7pPr>
              <a:defRPr sz="2025" b="0">
                <a:solidFill>
                  <a:srgbClr val="182922"/>
                </a:solidFill>
              </a:defRPr>
            </a:lvl7pPr>
            <a:lvl8pPr>
              <a:defRPr sz="2025" b="0">
                <a:solidFill>
                  <a:srgbClr val="182922"/>
                </a:solidFill>
              </a:defRPr>
            </a:lvl8pPr>
            <a:lvl9pPr>
              <a:defRPr sz="20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922"/>
                </a:solidFill>
              </a:defRPr>
            </a:pPr>
            <a:r>
              <a:rPr sz="2025" b="0">
                <a:solidFill>
                  <a:srgbClr val="182922"/>
                </a:solidFill>
              </a:rPr>
              <a:t>El ESP32 obtiene temperatura y humedad del DHT22 simulado.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9D2F0-FF6A-4591-A53F-A39B1CA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87D53"/>
                </a:solidFill>
              </a:defRPr>
            </a:defPPr>
            <a:lvl1pPr>
              <a:defRPr sz="2850" b="1">
                <a:solidFill>
                  <a:srgbClr val="287D53"/>
                </a:solidFill>
              </a:defRPr>
            </a:lvl1pPr>
            <a:lvl2pPr>
              <a:defRPr sz="2850" b="1">
                <a:solidFill>
                  <a:srgbClr val="287D53"/>
                </a:solidFill>
              </a:defRPr>
            </a:lvl2pPr>
            <a:lvl3pPr>
              <a:defRPr sz="2850" b="1">
                <a:solidFill>
                  <a:srgbClr val="287D53"/>
                </a:solidFill>
              </a:defRPr>
            </a:lvl3pPr>
            <a:lvl4pPr>
              <a:defRPr sz="2850" b="1">
                <a:solidFill>
                  <a:srgbClr val="287D53"/>
                </a:solidFill>
              </a:defRPr>
            </a:lvl4pPr>
            <a:lvl5pPr>
              <a:defRPr sz="2850" b="1">
                <a:solidFill>
                  <a:srgbClr val="287D53"/>
                </a:solidFill>
              </a:defRPr>
            </a:lvl5pPr>
            <a:lvl6pPr>
              <a:defRPr sz="2850" b="1">
                <a:solidFill>
                  <a:srgbClr val="287D53"/>
                </a:solidFill>
              </a:defRPr>
            </a:lvl6pPr>
            <a:lvl7pPr>
              <a:defRPr sz="2850" b="1">
                <a:solidFill>
                  <a:srgbClr val="287D53"/>
                </a:solidFill>
              </a:defRPr>
            </a:lvl7pPr>
            <a:lvl8pPr>
              <a:defRPr sz="2850" b="1">
                <a:solidFill>
                  <a:srgbClr val="287D53"/>
                </a:solidFill>
              </a:defRPr>
            </a:lvl8pPr>
            <a:lvl9pPr>
              <a:defRPr sz="28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87D53"/>
                </a:solidFill>
              </a:defRPr>
            </a:pPr>
            <a:r>
              <a:rPr sz="2850" b="1">
                <a:solidFill>
                  <a:srgbClr val="287D53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F76F1-84CF-4DCE-9D26-1686690E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82922"/>
                </a:solidFill>
              </a:defRPr>
            </a:defPPr>
            <a:lvl1pPr>
              <a:defRPr sz="2025" b="0">
                <a:solidFill>
                  <a:srgbClr val="182922"/>
                </a:solidFill>
              </a:defRPr>
            </a:lvl1pPr>
            <a:lvl2pPr>
              <a:defRPr sz="2025" b="0">
                <a:solidFill>
                  <a:srgbClr val="182922"/>
                </a:solidFill>
              </a:defRPr>
            </a:lvl2pPr>
            <a:lvl3pPr>
              <a:defRPr sz="2025" b="0">
                <a:solidFill>
                  <a:srgbClr val="182922"/>
                </a:solidFill>
              </a:defRPr>
            </a:lvl3pPr>
            <a:lvl4pPr>
              <a:defRPr sz="2025" b="0">
                <a:solidFill>
                  <a:srgbClr val="182922"/>
                </a:solidFill>
              </a:defRPr>
            </a:lvl4pPr>
            <a:lvl5pPr>
              <a:defRPr sz="2025" b="0">
                <a:solidFill>
                  <a:srgbClr val="182922"/>
                </a:solidFill>
              </a:defRPr>
            </a:lvl5pPr>
            <a:lvl6pPr>
              <a:defRPr sz="2025" b="0">
                <a:solidFill>
                  <a:srgbClr val="182922"/>
                </a:solidFill>
              </a:defRPr>
            </a:lvl6pPr>
            <a:lvl7pPr>
              <a:defRPr sz="2025" b="0">
                <a:solidFill>
                  <a:srgbClr val="182922"/>
                </a:solidFill>
              </a:defRPr>
            </a:lvl7pPr>
            <a:lvl8pPr>
              <a:defRPr sz="2025" b="0">
                <a:solidFill>
                  <a:srgbClr val="182922"/>
                </a:solidFill>
              </a:defRPr>
            </a:lvl8pPr>
            <a:lvl9pPr>
              <a:defRPr sz="20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922"/>
                </a:solidFill>
              </a:defRPr>
            </a:pPr>
            <a:r>
              <a:rPr sz="2025" b="0">
                <a:solidFill>
                  <a:srgbClr val="182922"/>
                </a:solidFill>
              </a:rPr>
              <a:t>Mosquitto recibe el mensaje en el tema del invernadero.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26E82-8F3E-46DD-B4A3-61998242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87D53"/>
                </a:solidFill>
              </a:defRPr>
            </a:defPPr>
            <a:lvl1pPr>
              <a:defRPr sz="2850" b="1">
                <a:solidFill>
                  <a:srgbClr val="287D53"/>
                </a:solidFill>
              </a:defRPr>
            </a:lvl1pPr>
            <a:lvl2pPr>
              <a:defRPr sz="2850" b="1">
                <a:solidFill>
                  <a:srgbClr val="287D53"/>
                </a:solidFill>
              </a:defRPr>
            </a:lvl2pPr>
            <a:lvl3pPr>
              <a:defRPr sz="2850" b="1">
                <a:solidFill>
                  <a:srgbClr val="287D53"/>
                </a:solidFill>
              </a:defRPr>
            </a:lvl3pPr>
            <a:lvl4pPr>
              <a:defRPr sz="2850" b="1">
                <a:solidFill>
                  <a:srgbClr val="287D53"/>
                </a:solidFill>
              </a:defRPr>
            </a:lvl4pPr>
            <a:lvl5pPr>
              <a:defRPr sz="2850" b="1">
                <a:solidFill>
                  <a:srgbClr val="287D53"/>
                </a:solidFill>
              </a:defRPr>
            </a:lvl5pPr>
            <a:lvl6pPr>
              <a:defRPr sz="2850" b="1">
                <a:solidFill>
                  <a:srgbClr val="287D53"/>
                </a:solidFill>
              </a:defRPr>
            </a:lvl6pPr>
            <a:lvl7pPr>
              <a:defRPr sz="2850" b="1">
                <a:solidFill>
                  <a:srgbClr val="287D53"/>
                </a:solidFill>
              </a:defRPr>
            </a:lvl7pPr>
            <a:lvl8pPr>
              <a:defRPr sz="2850" b="1">
                <a:solidFill>
                  <a:srgbClr val="287D53"/>
                </a:solidFill>
              </a:defRPr>
            </a:lvl8pPr>
            <a:lvl9pPr>
              <a:defRPr sz="28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87D53"/>
                </a:solidFill>
              </a:defRPr>
            </a:pPr>
            <a:r>
              <a:rPr sz="2850" b="1">
                <a:solidFill>
                  <a:srgbClr val="287D53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9B2F3-4FB6-4457-A802-39F57410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82922"/>
                </a:solidFill>
              </a:defRPr>
            </a:defPPr>
            <a:lvl1pPr>
              <a:defRPr sz="2025" b="0">
                <a:solidFill>
                  <a:srgbClr val="182922"/>
                </a:solidFill>
              </a:defRPr>
            </a:lvl1pPr>
            <a:lvl2pPr>
              <a:defRPr sz="2025" b="0">
                <a:solidFill>
                  <a:srgbClr val="182922"/>
                </a:solidFill>
              </a:defRPr>
            </a:lvl2pPr>
            <a:lvl3pPr>
              <a:defRPr sz="2025" b="0">
                <a:solidFill>
                  <a:srgbClr val="182922"/>
                </a:solidFill>
              </a:defRPr>
            </a:lvl3pPr>
            <a:lvl4pPr>
              <a:defRPr sz="2025" b="0">
                <a:solidFill>
                  <a:srgbClr val="182922"/>
                </a:solidFill>
              </a:defRPr>
            </a:lvl4pPr>
            <a:lvl5pPr>
              <a:defRPr sz="2025" b="0">
                <a:solidFill>
                  <a:srgbClr val="182922"/>
                </a:solidFill>
              </a:defRPr>
            </a:lvl5pPr>
            <a:lvl6pPr>
              <a:defRPr sz="2025" b="0">
                <a:solidFill>
                  <a:srgbClr val="182922"/>
                </a:solidFill>
              </a:defRPr>
            </a:lvl6pPr>
            <a:lvl7pPr>
              <a:defRPr sz="2025" b="0">
                <a:solidFill>
                  <a:srgbClr val="182922"/>
                </a:solidFill>
              </a:defRPr>
            </a:lvl7pPr>
            <a:lvl8pPr>
              <a:defRPr sz="2025" b="0">
                <a:solidFill>
                  <a:srgbClr val="182922"/>
                </a:solidFill>
              </a:defRPr>
            </a:lvl8pPr>
            <a:lvl9pPr>
              <a:defRPr sz="20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922"/>
                </a:solidFill>
              </a:defRPr>
            </a:pPr>
            <a:r>
              <a:rPr sz="2025" b="0">
                <a:solidFill>
                  <a:srgbClr val="182922"/>
                </a:solidFill>
              </a:rPr>
              <a:t>El colector valida y guarda los datos en CSV e InfluxDB.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4CBF0-4C1F-40A2-83C9-CE01F833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61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287D53"/>
                </a:solidFill>
              </a:defRPr>
            </a:defPPr>
            <a:lvl1pPr>
              <a:defRPr sz="2850" b="1">
                <a:solidFill>
                  <a:srgbClr val="287D53"/>
                </a:solidFill>
              </a:defRPr>
            </a:lvl1pPr>
            <a:lvl2pPr>
              <a:defRPr sz="2850" b="1">
                <a:solidFill>
                  <a:srgbClr val="287D53"/>
                </a:solidFill>
              </a:defRPr>
            </a:lvl2pPr>
            <a:lvl3pPr>
              <a:defRPr sz="2850" b="1">
                <a:solidFill>
                  <a:srgbClr val="287D53"/>
                </a:solidFill>
              </a:defRPr>
            </a:lvl3pPr>
            <a:lvl4pPr>
              <a:defRPr sz="2850" b="1">
                <a:solidFill>
                  <a:srgbClr val="287D53"/>
                </a:solidFill>
              </a:defRPr>
            </a:lvl4pPr>
            <a:lvl5pPr>
              <a:defRPr sz="2850" b="1">
                <a:solidFill>
                  <a:srgbClr val="287D53"/>
                </a:solidFill>
              </a:defRPr>
            </a:lvl5pPr>
            <a:lvl6pPr>
              <a:defRPr sz="2850" b="1">
                <a:solidFill>
                  <a:srgbClr val="287D53"/>
                </a:solidFill>
              </a:defRPr>
            </a:lvl6pPr>
            <a:lvl7pPr>
              <a:defRPr sz="2850" b="1">
                <a:solidFill>
                  <a:srgbClr val="287D53"/>
                </a:solidFill>
              </a:defRPr>
            </a:lvl7pPr>
            <a:lvl8pPr>
              <a:defRPr sz="2850" b="1">
                <a:solidFill>
                  <a:srgbClr val="287D53"/>
                </a:solidFill>
              </a:defRPr>
            </a:lvl8pPr>
            <a:lvl9pPr>
              <a:defRPr sz="28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87D53"/>
                </a:solidFill>
              </a:defRPr>
            </a:pPr>
            <a:r>
              <a:rPr sz="2850" b="1">
                <a:solidFill>
                  <a:srgbClr val="287D53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D1B72-994C-4526-B5A2-90F12FF3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9675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82922"/>
                </a:solidFill>
              </a:defRPr>
            </a:defPPr>
            <a:lvl1pPr>
              <a:defRPr sz="2025" b="0">
                <a:solidFill>
                  <a:srgbClr val="182922"/>
                </a:solidFill>
              </a:defRPr>
            </a:lvl1pPr>
            <a:lvl2pPr>
              <a:defRPr sz="2025" b="0">
                <a:solidFill>
                  <a:srgbClr val="182922"/>
                </a:solidFill>
              </a:defRPr>
            </a:lvl2pPr>
            <a:lvl3pPr>
              <a:defRPr sz="2025" b="0">
                <a:solidFill>
                  <a:srgbClr val="182922"/>
                </a:solidFill>
              </a:defRPr>
            </a:lvl3pPr>
            <a:lvl4pPr>
              <a:defRPr sz="2025" b="0">
                <a:solidFill>
                  <a:srgbClr val="182922"/>
                </a:solidFill>
              </a:defRPr>
            </a:lvl4pPr>
            <a:lvl5pPr>
              <a:defRPr sz="2025" b="0">
                <a:solidFill>
                  <a:srgbClr val="182922"/>
                </a:solidFill>
              </a:defRPr>
            </a:lvl5pPr>
            <a:lvl6pPr>
              <a:defRPr sz="2025" b="0">
                <a:solidFill>
                  <a:srgbClr val="182922"/>
                </a:solidFill>
              </a:defRPr>
            </a:lvl6pPr>
            <a:lvl7pPr>
              <a:defRPr sz="2025" b="0">
                <a:solidFill>
                  <a:srgbClr val="182922"/>
                </a:solidFill>
              </a:defRPr>
            </a:lvl7pPr>
            <a:lvl8pPr>
              <a:defRPr sz="2025" b="0">
                <a:solidFill>
                  <a:srgbClr val="182922"/>
                </a:solidFill>
              </a:defRPr>
            </a:lvl8pPr>
            <a:lvl9pPr>
              <a:defRPr sz="20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922"/>
                </a:solidFill>
              </a:defRPr>
            </a:pPr>
            <a:r>
              <a:rPr sz="2025" b="0">
                <a:solidFill>
                  <a:srgbClr val="182922"/>
                </a:solidFill>
              </a:rPr>
              <a:t>Grafana presenta las series y evalúa la alerta de temperatura.</a:t>
            </a:r>
          </a:p>
        </p:txBody>
      </p:sp>
    </p:spTree>
    <p:extLst>
      <p:ext uri="{BB962C8B-B14F-4D97-AF65-F5344CB8AC3E}">
        <p14:creationId xmlns:p14="http://schemas.microsoft.com/office/powerpoint/2010/main" val="1840019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FE2FC-7069-4C0E-BFD1-66447FFA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87D53"/>
                </a:solidFill>
              </a:defRPr>
            </a:defPPr>
            <a:lvl1pPr>
              <a:defRPr sz="1200" b="1">
                <a:solidFill>
                  <a:srgbClr val="287D53"/>
                </a:solidFill>
              </a:defRPr>
            </a:lvl1pPr>
            <a:lvl2pPr>
              <a:defRPr sz="1200" b="1">
                <a:solidFill>
                  <a:srgbClr val="287D53"/>
                </a:solidFill>
              </a:defRPr>
            </a:lvl2pPr>
            <a:lvl3pPr>
              <a:defRPr sz="1200" b="1">
                <a:solidFill>
                  <a:srgbClr val="287D53"/>
                </a:solidFill>
              </a:defRPr>
            </a:lvl3pPr>
            <a:lvl4pPr>
              <a:defRPr sz="1200" b="1">
                <a:solidFill>
                  <a:srgbClr val="287D53"/>
                </a:solidFill>
              </a:defRPr>
            </a:lvl4pPr>
            <a:lvl5pPr>
              <a:defRPr sz="1200" b="1">
                <a:solidFill>
                  <a:srgbClr val="287D53"/>
                </a:solidFill>
              </a:defRPr>
            </a:lvl5pPr>
            <a:lvl6pPr>
              <a:defRPr sz="1200" b="1">
                <a:solidFill>
                  <a:srgbClr val="287D53"/>
                </a:solidFill>
              </a:defRPr>
            </a:lvl6pPr>
            <a:lvl7pPr>
              <a:defRPr sz="1200" b="1">
                <a:solidFill>
                  <a:srgbClr val="287D53"/>
                </a:solidFill>
              </a:defRPr>
            </a:lvl7pPr>
            <a:lvl8pPr>
              <a:defRPr sz="1200" b="1">
                <a:solidFill>
                  <a:srgbClr val="287D53"/>
                </a:solidFill>
              </a:defRPr>
            </a:lvl8pPr>
            <a:lvl9pPr>
              <a:defRPr sz="120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87D53"/>
                </a:solidFill>
              </a:defRPr>
            </a:pPr>
            <a:r>
              <a:rPr sz="1200" b="1">
                <a:solidFill>
                  <a:srgbClr val="287D53"/>
                </a:solidFill>
              </a:rPr>
              <a:t>SAVIA IOT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3DCD8-EE41-4A28-9AA2-6380EE9F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53C2E"/>
                </a:solidFill>
              </a:defRPr>
            </a:defPPr>
            <a:lvl1pPr>
              <a:defRPr sz="3150" b="1">
                <a:solidFill>
                  <a:srgbClr val="153C2E"/>
                </a:solidFill>
              </a:defRPr>
            </a:lvl1pPr>
            <a:lvl2pPr>
              <a:defRPr sz="3150" b="1">
                <a:solidFill>
                  <a:srgbClr val="153C2E"/>
                </a:solidFill>
              </a:defRPr>
            </a:lvl2pPr>
            <a:lvl3pPr>
              <a:defRPr sz="3150" b="1">
                <a:solidFill>
                  <a:srgbClr val="153C2E"/>
                </a:solidFill>
              </a:defRPr>
            </a:lvl3pPr>
            <a:lvl4pPr>
              <a:defRPr sz="3150" b="1">
                <a:solidFill>
                  <a:srgbClr val="153C2E"/>
                </a:solidFill>
              </a:defRPr>
            </a:lvl4pPr>
            <a:lvl5pPr>
              <a:defRPr sz="3150" b="1">
                <a:solidFill>
                  <a:srgbClr val="153C2E"/>
                </a:solidFill>
              </a:defRPr>
            </a:lvl5pPr>
            <a:lvl6pPr>
              <a:defRPr sz="3150" b="1">
                <a:solidFill>
                  <a:srgbClr val="153C2E"/>
                </a:solidFill>
              </a:defRPr>
            </a:lvl6pPr>
            <a:lvl7pPr>
              <a:defRPr sz="3150" b="1">
                <a:solidFill>
                  <a:srgbClr val="153C2E"/>
                </a:solidFill>
              </a:defRPr>
            </a:lvl7pPr>
            <a:lvl8pPr>
              <a:defRPr sz="3150" b="1">
                <a:solidFill>
                  <a:srgbClr val="153C2E"/>
                </a:solidFill>
              </a:defRPr>
            </a:lvl8pPr>
            <a:lvl9pPr>
              <a:defRPr sz="31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C2E"/>
                </a:solidFill>
              </a:defRPr>
            </a:pPr>
            <a:r>
              <a:rPr sz="3150" b="1">
                <a:solidFill>
                  <a:srgbClr val="153C2E"/>
                </a:solidFill>
              </a:rPr>
              <a:t>Resultados comprobados en AWS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0CBED-BFD3-4C18-8A15-F0AA485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87D53"/>
                </a:solidFill>
              </a:defRPr>
            </a:defPPr>
            <a:lvl1pPr>
              <a:defRPr sz="1350" b="1">
                <a:solidFill>
                  <a:srgbClr val="287D53"/>
                </a:solidFill>
              </a:defRPr>
            </a:lvl1pPr>
            <a:lvl2pPr>
              <a:defRPr sz="1350" b="1">
                <a:solidFill>
                  <a:srgbClr val="287D53"/>
                </a:solidFill>
              </a:defRPr>
            </a:lvl2pPr>
            <a:lvl3pPr>
              <a:defRPr sz="1350" b="1">
                <a:solidFill>
                  <a:srgbClr val="287D53"/>
                </a:solidFill>
              </a:defRPr>
            </a:lvl3pPr>
            <a:lvl4pPr>
              <a:defRPr sz="1350" b="1">
                <a:solidFill>
                  <a:srgbClr val="287D53"/>
                </a:solidFill>
              </a:defRPr>
            </a:lvl4pPr>
            <a:lvl5pPr>
              <a:defRPr sz="1350" b="1">
                <a:solidFill>
                  <a:srgbClr val="287D53"/>
                </a:solidFill>
              </a:defRPr>
            </a:lvl5pPr>
            <a:lvl6pPr>
              <a:defRPr sz="1350" b="1">
                <a:solidFill>
                  <a:srgbClr val="287D53"/>
                </a:solidFill>
              </a:defRPr>
            </a:lvl6pPr>
            <a:lvl7pPr>
              <a:defRPr sz="1350" b="1">
                <a:solidFill>
                  <a:srgbClr val="287D53"/>
                </a:solidFill>
              </a:defRPr>
            </a:lvl7pPr>
            <a:lvl8pPr>
              <a:defRPr sz="1350" b="1">
                <a:solidFill>
                  <a:srgbClr val="287D53"/>
                </a:solidFill>
              </a:defRPr>
            </a:lvl8pPr>
            <a:lvl9pPr>
              <a:defRPr sz="13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87D53"/>
                </a:solidFill>
              </a:defRPr>
            </a:pPr>
            <a:r>
              <a:rPr sz="1350" b="1">
                <a:solidFill>
                  <a:srgbClr val="287D53"/>
                </a:solidFill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647BC-D1D9-446A-9EE7-AE765DE0EB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00d011a684d7d"/>
          <a:stretch xmlns:a="http://schemas.openxmlformats.org/drawingml/2006/main"/>
        </p:blipFill>
        <p:spPr>
          <a:xfrm xmlns:a="http://schemas.openxmlformats.org/drawingml/2006/main">
            <a:off x="1430460" y="1800225"/>
            <a:ext cx="9007231" cy="4391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C404B-3A4A-4F7D-9E6B-6FC3A318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769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75D"/>
                </a:solidFill>
              </a:defRPr>
            </a:defPPr>
            <a:lvl1pPr>
              <a:defRPr sz="1275" b="0">
                <a:solidFill>
                  <a:srgbClr val="52675D"/>
                </a:solidFill>
              </a:defRPr>
            </a:lvl1pPr>
            <a:lvl2pPr>
              <a:defRPr sz="1275" b="0">
                <a:solidFill>
                  <a:srgbClr val="52675D"/>
                </a:solidFill>
              </a:defRPr>
            </a:lvl2pPr>
            <a:lvl3pPr>
              <a:defRPr sz="1275" b="0">
                <a:solidFill>
                  <a:srgbClr val="52675D"/>
                </a:solidFill>
              </a:defRPr>
            </a:lvl3pPr>
            <a:lvl4pPr>
              <a:defRPr sz="1275" b="0">
                <a:solidFill>
                  <a:srgbClr val="52675D"/>
                </a:solidFill>
              </a:defRPr>
            </a:lvl4pPr>
            <a:lvl5pPr>
              <a:defRPr sz="1275" b="0">
                <a:solidFill>
                  <a:srgbClr val="52675D"/>
                </a:solidFill>
              </a:defRPr>
            </a:lvl5pPr>
            <a:lvl6pPr>
              <a:defRPr sz="1275" b="0">
                <a:solidFill>
                  <a:srgbClr val="52675D"/>
                </a:solidFill>
              </a:defRPr>
            </a:lvl6pPr>
            <a:lvl7pPr>
              <a:defRPr sz="1275" b="0">
                <a:solidFill>
                  <a:srgbClr val="52675D"/>
                </a:solidFill>
              </a:defRPr>
            </a:lvl7pPr>
            <a:lvl8pPr>
              <a:defRPr sz="1275" b="0">
                <a:solidFill>
                  <a:srgbClr val="52675D"/>
                </a:solidFill>
              </a:defRPr>
            </a:lvl8pPr>
            <a:lvl9pPr>
              <a:defRPr sz="1275" b="0">
                <a:solidFill>
                  <a:srgbClr val="52675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5D"/>
                </a:solidFill>
              </a:defRPr>
            </a:pPr>
            <a:r>
              <a:rPr sz="1275" b="0">
                <a:solidFill>
                  <a:srgbClr val="52675D"/>
                </a:solidFill>
              </a:rPr>
              <a:t>La imagen combina siete lecturas de Wokwi con pruebas sintéticas identificadas. El dato más reciente mostrado es sintético.</a:t>
            </a:r>
          </a:p>
        </p:txBody>
      </p:sp>
    </p:spTree>
    <p:extLst>
      <p:ext uri="{BB962C8B-B14F-4D97-AF65-F5344CB8AC3E}">
        <p14:creationId xmlns:p14="http://schemas.microsoft.com/office/powerpoint/2010/main" val="344269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E554E-58F0-4F4F-8DF5-C77E8A76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87D53"/>
                </a:solidFill>
              </a:defRPr>
            </a:defPPr>
            <a:lvl1pPr>
              <a:defRPr sz="1200" b="1">
                <a:solidFill>
                  <a:srgbClr val="287D53"/>
                </a:solidFill>
              </a:defRPr>
            </a:lvl1pPr>
            <a:lvl2pPr>
              <a:defRPr sz="1200" b="1">
                <a:solidFill>
                  <a:srgbClr val="287D53"/>
                </a:solidFill>
              </a:defRPr>
            </a:lvl2pPr>
            <a:lvl3pPr>
              <a:defRPr sz="1200" b="1">
                <a:solidFill>
                  <a:srgbClr val="287D53"/>
                </a:solidFill>
              </a:defRPr>
            </a:lvl3pPr>
            <a:lvl4pPr>
              <a:defRPr sz="1200" b="1">
                <a:solidFill>
                  <a:srgbClr val="287D53"/>
                </a:solidFill>
              </a:defRPr>
            </a:lvl4pPr>
            <a:lvl5pPr>
              <a:defRPr sz="1200" b="1">
                <a:solidFill>
                  <a:srgbClr val="287D53"/>
                </a:solidFill>
              </a:defRPr>
            </a:lvl5pPr>
            <a:lvl6pPr>
              <a:defRPr sz="1200" b="1">
                <a:solidFill>
                  <a:srgbClr val="287D53"/>
                </a:solidFill>
              </a:defRPr>
            </a:lvl6pPr>
            <a:lvl7pPr>
              <a:defRPr sz="1200" b="1">
                <a:solidFill>
                  <a:srgbClr val="287D53"/>
                </a:solidFill>
              </a:defRPr>
            </a:lvl7pPr>
            <a:lvl8pPr>
              <a:defRPr sz="1200" b="1">
                <a:solidFill>
                  <a:srgbClr val="287D53"/>
                </a:solidFill>
              </a:defRPr>
            </a:lvl8pPr>
            <a:lvl9pPr>
              <a:defRPr sz="120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87D53"/>
                </a:solidFill>
              </a:defRPr>
            </a:pPr>
            <a:r>
              <a:rPr sz="1200" b="1">
                <a:solidFill>
                  <a:srgbClr val="287D53"/>
                </a:solidFill>
              </a:rPr>
              <a:t>SAVIA IOT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CD84E-DF01-46D1-8C4F-08B7EEDF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53C2E"/>
                </a:solidFill>
              </a:defRPr>
            </a:defPPr>
            <a:lvl1pPr>
              <a:defRPr sz="3150" b="1">
                <a:solidFill>
                  <a:srgbClr val="153C2E"/>
                </a:solidFill>
              </a:defRPr>
            </a:lvl1pPr>
            <a:lvl2pPr>
              <a:defRPr sz="3150" b="1">
                <a:solidFill>
                  <a:srgbClr val="153C2E"/>
                </a:solidFill>
              </a:defRPr>
            </a:lvl2pPr>
            <a:lvl3pPr>
              <a:defRPr sz="3150" b="1">
                <a:solidFill>
                  <a:srgbClr val="153C2E"/>
                </a:solidFill>
              </a:defRPr>
            </a:lvl3pPr>
            <a:lvl4pPr>
              <a:defRPr sz="3150" b="1">
                <a:solidFill>
                  <a:srgbClr val="153C2E"/>
                </a:solidFill>
              </a:defRPr>
            </a:lvl4pPr>
            <a:lvl5pPr>
              <a:defRPr sz="3150" b="1">
                <a:solidFill>
                  <a:srgbClr val="153C2E"/>
                </a:solidFill>
              </a:defRPr>
            </a:lvl5pPr>
            <a:lvl6pPr>
              <a:defRPr sz="3150" b="1">
                <a:solidFill>
                  <a:srgbClr val="153C2E"/>
                </a:solidFill>
              </a:defRPr>
            </a:lvl6pPr>
            <a:lvl7pPr>
              <a:defRPr sz="3150" b="1">
                <a:solidFill>
                  <a:srgbClr val="153C2E"/>
                </a:solidFill>
              </a:defRPr>
            </a:lvl7pPr>
            <a:lvl8pPr>
              <a:defRPr sz="3150" b="1">
                <a:solidFill>
                  <a:srgbClr val="153C2E"/>
                </a:solidFill>
              </a:defRPr>
            </a:lvl8pPr>
            <a:lvl9pPr>
              <a:defRPr sz="31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C2E"/>
                </a:solidFill>
              </a:defRPr>
            </a:pPr>
            <a:r>
              <a:rPr sz="3150" b="1">
                <a:solidFill>
                  <a:srgbClr val="153C2E"/>
                </a:solidFill>
              </a:rPr>
              <a:t>Qué demuestra la prueba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E662C-1C9E-4528-B198-73ECE78B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87D53"/>
                </a:solidFill>
              </a:defRPr>
            </a:defPPr>
            <a:lvl1pPr>
              <a:defRPr sz="1350" b="1">
                <a:solidFill>
                  <a:srgbClr val="287D53"/>
                </a:solidFill>
              </a:defRPr>
            </a:lvl1pPr>
            <a:lvl2pPr>
              <a:defRPr sz="1350" b="1">
                <a:solidFill>
                  <a:srgbClr val="287D53"/>
                </a:solidFill>
              </a:defRPr>
            </a:lvl2pPr>
            <a:lvl3pPr>
              <a:defRPr sz="1350" b="1">
                <a:solidFill>
                  <a:srgbClr val="287D53"/>
                </a:solidFill>
              </a:defRPr>
            </a:lvl3pPr>
            <a:lvl4pPr>
              <a:defRPr sz="1350" b="1">
                <a:solidFill>
                  <a:srgbClr val="287D53"/>
                </a:solidFill>
              </a:defRPr>
            </a:lvl4pPr>
            <a:lvl5pPr>
              <a:defRPr sz="1350" b="1">
                <a:solidFill>
                  <a:srgbClr val="287D53"/>
                </a:solidFill>
              </a:defRPr>
            </a:lvl5pPr>
            <a:lvl6pPr>
              <a:defRPr sz="1350" b="1">
                <a:solidFill>
                  <a:srgbClr val="287D53"/>
                </a:solidFill>
              </a:defRPr>
            </a:lvl6pPr>
            <a:lvl7pPr>
              <a:defRPr sz="1350" b="1">
                <a:solidFill>
                  <a:srgbClr val="287D53"/>
                </a:solidFill>
              </a:defRPr>
            </a:lvl7pPr>
            <a:lvl8pPr>
              <a:defRPr sz="1350" b="1">
                <a:solidFill>
                  <a:srgbClr val="287D53"/>
                </a:solidFill>
              </a:defRPr>
            </a:lvl8pPr>
            <a:lvl9pPr>
              <a:defRPr sz="13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87D53"/>
                </a:solidFill>
              </a:defRPr>
            </a:pPr>
            <a:r>
              <a:rPr sz="1350" b="1">
                <a:solidFill>
                  <a:srgbClr val="287D5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CF05E-86CB-4BFF-85E4-EFF8B6C8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287D53"/>
                </a:solidFill>
              </a:defRPr>
            </a:defPPr>
            <a:lvl1pPr>
              <a:defRPr sz="3225" b="1">
                <a:solidFill>
                  <a:srgbClr val="287D53"/>
                </a:solidFill>
              </a:defRPr>
            </a:lvl1pPr>
            <a:lvl2pPr>
              <a:defRPr sz="3225" b="1">
                <a:solidFill>
                  <a:srgbClr val="287D53"/>
                </a:solidFill>
              </a:defRPr>
            </a:lvl2pPr>
            <a:lvl3pPr>
              <a:defRPr sz="3225" b="1">
                <a:solidFill>
                  <a:srgbClr val="287D53"/>
                </a:solidFill>
              </a:defRPr>
            </a:lvl3pPr>
            <a:lvl4pPr>
              <a:defRPr sz="3225" b="1">
                <a:solidFill>
                  <a:srgbClr val="287D53"/>
                </a:solidFill>
              </a:defRPr>
            </a:lvl4pPr>
            <a:lvl5pPr>
              <a:defRPr sz="3225" b="1">
                <a:solidFill>
                  <a:srgbClr val="287D53"/>
                </a:solidFill>
              </a:defRPr>
            </a:lvl5pPr>
            <a:lvl6pPr>
              <a:defRPr sz="3225" b="1">
                <a:solidFill>
                  <a:srgbClr val="287D53"/>
                </a:solidFill>
              </a:defRPr>
            </a:lvl6pPr>
            <a:lvl7pPr>
              <a:defRPr sz="3225" b="1">
                <a:solidFill>
                  <a:srgbClr val="287D53"/>
                </a:solidFill>
              </a:defRPr>
            </a:lvl7pPr>
            <a:lvl8pPr>
              <a:defRPr sz="3225" b="1">
                <a:solidFill>
                  <a:srgbClr val="287D53"/>
                </a:solidFill>
              </a:defRPr>
            </a:lvl8pPr>
            <a:lvl9pPr>
              <a:defRPr sz="3225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87D53"/>
                </a:solidFill>
              </a:defRPr>
            </a:pPr>
            <a:r>
              <a:rPr sz="3225" b="1">
                <a:solidFill>
                  <a:srgbClr val="287D53"/>
                </a:solidFill>
              </a:rPr>
              <a:t>7 lecturas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796E3-D2A3-4B6A-86D0-0FD6CF31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4572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82922"/>
                </a:solidFill>
              </a:defRPr>
            </a:defPPr>
            <a:lvl1pPr>
              <a:defRPr sz="1950" b="0">
                <a:solidFill>
                  <a:srgbClr val="182922"/>
                </a:solidFill>
              </a:defRPr>
            </a:lvl1pPr>
            <a:lvl2pPr>
              <a:defRPr sz="1950" b="0">
                <a:solidFill>
                  <a:srgbClr val="182922"/>
                </a:solidFill>
              </a:defRPr>
            </a:lvl2pPr>
            <a:lvl3pPr>
              <a:defRPr sz="1950" b="0">
                <a:solidFill>
                  <a:srgbClr val="182922"/>
                </a:solidFill>
              </a:defRPr>
            </a:lvl3pPr>
            <a:lvl4pPr>
              <a:defRPr sz="1950" b="0">
                <a:solidFill>
                  <a:srgbClr val="182922"/>
                </a:solidFill>
              </a:defRPr>
            </a:lvl4pPr>
            <a:lvl5pPr>
              <a:defRPr sz="1950" b="0">
                <a:solidFill>
                  <a:srgbClr val="182922"/>
                </a:solidFill>
              </a:defRPr>
            </a:lvl5pPr>
            <a:lvl6pPr>
              <a:defRPr sz="1950" b="0">
                <a:solidFill>
                  <a:srgbClr val="182922"/>
                </a:solidFill>
              </a:defRPr>
            </a:lvl6pPr>
            <a:lvl7pPr>
              <a:defRPr sz="1950" b="0">
                <a:solidFill>
                  <a:srgbClr val="182922"/>
                </a:solidFill>
              </a:defRPr>
            </a:lvl7pPr>
            <a:lvl8pPr>
              <a:defRPr sz="1950" b="0">
                <a:solidFill>
                  <a:srgbClr val="182922"/>
                </a:solidFill>
              </a:defRPr>
            </a:lvl8pPr>
            <a:lvl9pPr>
              <a:defRPr sz="1950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922"/>
                </a:solidFill>
              </a:defRPr>
            </a:pPr>
            <a:r>
              <a:rPr sz="1950" b="0">
                <a:solidFill>
                  <a:srgbClr val="182922"/>
                </a:solidFill>
              </a:rPr>
              <a:t>del ESP32 simulado llegaron al CSV de AWS.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F7E7D-58E7-4617-860D-BE116F3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287D53"/>
                </a:solidFill>
              </a:defRPr>
            </a:defPPr>
            <a:lvl1pPr>
              <a:defRPr sz="3225" b="1">
                <a:solidFill>
                  <a:srgbClr val="287D53"/>
                </a:solidFill>
              </a:defRPr>
            </a:lvl1pPr>
            <a:lvl2pPr>
              <a:defRPr sz="3225" b="1">
                <a:solidFill>
                  <a:srgbClr val="287D53"/>
                </a:solidFill>
              </a:defRPr>
            </a:lvl2pPr>
            <a:lvl3pPr>
              <a:defRPr sz="3225" b="1">
                <a:solidFill>
                  <a:srgbClr val="287D53"/>
                </a:solidFill>
              </a:defRPr>
            </a:lvl3pPr>
            <a:lvl4pPr>
              <a:defRPr sz="3225" b="1">
                <a:solidFill>
                  <a:srgbClr val="287D53"/>
                </a:solidFill>
              </a:defRPr>
            </a:lvl4pPr>
            <a:lvl5pPr>
              <a:defRPr sz="3225" b="1">
                <a:solidFill>
                  <a:srgbClr val="287D53"/>
                </a:solidFill>
              </a:defRPr>
            </a:lvl5pPr>
            <a:lvl6pPr>
              <a:defRPr sz="3225" b="1">
                <a:solidFill>
                  <a:srgbClr val="287D53"/>
                </a:solidFill>
              </a:defRPr>
            </a:lvl6pPr>
            <a:lvl7pPr>
              <a:defRPr sz="3225" b="1">
                <a:solidFill>
                  <a:srgbClr val="287D53"/>
                </a:solidFill>
              </a:defRPr>
            </a:lvl7pPr>
            <a:lvl8pPr>
              <a:defRPr sz="3225" b="1">
                <a:solidFill>
                  <a:srgbClr val="287D53"/>
                </a:solidFill>
              </a:defRPr>
            </a:lvl8pPr>
            <a:lvl9pPr>
              <a:defRPr sz="3225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87D53"/>
                </a:solidFill>
              </a:defRPr>
            </a:pPr>
            <a:r>
              <a:rPr sz="3225" b="1">
                <a:solidFill>
                  <a:srgbClr val="287D53"/>
                </a:solidFill>
              </a:rPr>
              <a:t>14 puntos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AF385-017B-46E3-82FF-535D74BD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466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82922"/>
                </a:solidFill>
              </a:defRPr>
            </a:defPPr>
            <a:lvl1pPr>
              <a:defRPr sz="1950" b="0">
                <a:solidFill>
                  <a:srgbClr val="182922"/>
                </a:solidFill>
              </a:defRPr>
            </a:lvl1pPr>
            <a:lvl2pPr>
              <a:defRPr sz="1950" b="0">
                <a:solidFill>
                  <a:srgbClr val="182922"/>
                </a:solidFill>
              </a:defRPr>
            </a:lvl2pPr>
            <a:lvl3pPr>
              <a:defRPr sz="1950" b="0">
                <a:solidFill>
                  <a:srgbClr val="182922"/>
                </a:solidFill>
              </a:defRPr>
            </a:lvl3pPr>
            <a:lvl4pPr>
              <a:defRPr sz="1950" b="0">
                <a:solidFill>
                  <a:srgbClr val="182922"/>
                </a:solidFill>
              </a:defRPr>
            </a:lvl4pPr>
            <a:lvl5pPr>
              <a:defRPr sz="1950" b="0">
                <a:solidFill>
                  <a:srgbClr val="182922"/>
                </a:solidFill>
              </a:defRPr>
            </a:lvl5pPr>
            <a:lvl6pPr>
              <a:defRPr sz="1950" b="0">
                <a:solidFill>
                  <a:srgbClr val="182922"/>
                </a:solidFill>
              </a:defRPr>
            </a:lvl6pPr>
            <a:lvl7pPr>
              <a:defRPr sz="1950" b="0">
                <a:solidFill>
                  <a:srgbClr val="182922"/>
                </a:solidFill>
              </a:defRPr>
            </a:lvl7pPr>
            <a:lvl8pPr>
              <a:defRPr sz="1950" b="0">
                <a:solidFill>
                  <a:srgbClr val="182922"/>
                </a:solidFill>
              </a:defRPr>
            </a:lvl8pPr>
            <a:lvl9pPr>
              <a:defRPr sz="1950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2922"/>
                </a:solidFill>
              </a:defRPr>
            </a:pPr>
            <a:r>
              <a:rPr sz="1950" b="0">
                <a:solidFill>
                  <a:srgbClr val="182922"/>
                </a:solidFill>
              </a:rPr>
              <a:t>de temperatura y humedad se consultaron en InfluxDB separada.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E6BDC-36B8-4936-88A4-348414FD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382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82922"/>
                </a:solidFill>
              </a:defRPr>
            </a:defPPr>
            <a:lvl1pPr>
              <a:defRPr sz="2025" b="0">
                <a:solidFill>
                  <a:srgbClr val="182922"/>
                </a:solidFill>
              </a:defRPr>
            </a:lvl1pPr>
            <a:lvl2pPr>
              <a:defRPr sz="2025" b="0">
                <a:solidFill>
                  <a:srgbClr val="182922"/>
                </a:solidFill>
              </a:defRPr>
            </a:lvl2pPr>
            <a:lvl3pPr>
              <a:defRPr sz="2025" b="0">
                <a:solidFill>
                  <a:srgbClr val="182922"/>
                </a:solidFill>
              </a:defRPr>
            </a:lvl3pPr>
            <a:lvl4pPr>
              <a:defRPr sz="2025" b="0">
                <a:solidFill>
                  <a:srgbClr val="182922"/>
                </a:solidFill>
              </a:defRPr>
            </a:lvl4pPr>
            <a:lvl5pPr>
              <a:defRPr sz="2025" b="0">
                <a:solidFill>
                  <a:srgbClr val="182922"/>
                </a:solidFill>
              </a:defRPr>
            </a:lvl5pPr>
            <a:lvl6pPr>
              <a:defRPr sz="2025" b="0">
                <a:solidFill>
                  <a:srgbClr val="182922"/>
                </a:solidFill>
              </a:defRPr>
            </a:lvl6pPr>
            <a:lvl7pPr>
              <a:defRPr sz="2025" b="0">
                <a:solidFill>
                  <a:srgbClr val="182922"/>
                </a:solidFill>
              </a:defRPr>
            </a:lvl7pPr>
            <a:lvl8pPr>
              <a:defRPr sz="2025" b="0">
                <a:solidFill>
                  <a:srgbClr val="182922"/>
                </a:solidFill>
              </a:defRPr>
            </a:lvl8pPr>
            <a:lvl9pPr>
              <a:defRPr sz="20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922"/>
                </a:solidFill>
              </a:defRPr>
            </a:pPr>
            <a:r>
              <a:rPr sz="2025" b="0">
                <a:solidFill>
                  <a:srgbClr val="182922"/>
                </a:solidFill>
              </a:rPr>
              <a:t>El tablero respondió y mostró el historial. La regla de alerta estuvo activa para una lectura de prueba de 31,2 °C.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FA3ED-EA19-4072-BA1E-77967706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2675D"/>
                </a:solidFill>
              </a:defRPr>
            </a:defPPr>
            <a:lvl1pPr>
              <a:defRPr sz="1500" b="0">
                <a:solidFill>
                  <a:srgbClr val="52675D"/>
                </a:solidFill>
              </a:defRPr>
            </a:lvl1pPr>
            <a:lvl2pPr>
              <a:defRPr sz="1500" b="0">
                <a:solidFill>
                  <a:srgbClr val="52675D"/>
                </a:solidFill>
              </a:defRPr>
            </a:lvl2pPr>
            <a:lvl3pPr>
              <a:defRPr sz="1500" b="0">
                <a:solidFill>
                  <a:srgbClr val="52675D"/>
                </a:solidFill>
              </a:defRPr>
            </a:lvl3pPr>
            <a:lvl4pPr>
              <a:defRPr sz="1500" b="0">
                <a:solidFill>
                  <a:srgbClr val="52675D"/>
                </a:solidFill>
              </a:defRPr>
            </a:lvl4pPr>
            <a:lvl5pPr>
              <a:defRPr sz="1500" b="0">
                <a:solidFill>
                  <a:srgbClr val="52675D"/>
                </a:solidFill>
              </a:defRPr>
            </a:lvl5pPr>
            <a:lvl6pPr>
              <a:defRPr sz="1500" b="0">
                <a:solidFill>
                  <a:srgbClr val="52675D"/>
                </a:solidFill>
              </a:defRPr>
            </a:lvl6pPr>
            <a:lvl7pPr>
              <a:defRPr sz="1500" b="0">
                <a:solidFill>
                  <a:srgbClr val="52675D"/>
                </a:solidFill>
              </a:defRPr>
            </a:lvl7pPr>
            <a:lvl8pPr>
              <a:defRPr sz="1500" b="0">
                <a:solidFill>
                  <a:srgbClr val="52675D"/>
                </a:solidFill>
              </a:defRPr>
            </a:lvl8pPr>
            <a:lvl9pPr>
              <a:defRPr sz="1500" b="0">
                <a:solidFill>
                  <a:srgbClr val="52675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75D"/>
                </a:solidFill>
              </a:defRPr>
            </a:pPr>
            <a:r>
              <a:rPr sz="1500" b="0">
                <a:solidFill>
                  <a:srgbClr val="52675D"/>
                </a:solidFill>
              </a:rPr>
              <a:t>Grafana envió una alerta automática por una lectura sintética de 31,2 °C. Un cliente MQTT la recibió en AWS.</a:t>
            </a:r>
          </a:p>
        </p:txBody>
      </p:sp>
    </p:spTree>
    <p:extLst>
      <p:ext uri="{BB962C8B-B14F-4D97-AF65-F5344CB8AC3E}">
        <p14:creationId xmlns:p14="http://schemas.microsoft.com/office/powerpoint/2010/main" val="1453216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B98B4-7CA7-48F9-B2C8-63FAFA43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287D53"/>
                </a:solidFill>
              </a:defRPr>
            </a:defPPr>
            <a:lvl1pPr>
              <a:defRPr sz="1200" b="1">
                <a:solidFill>
                  <a:srgbClr val="287D53"/>
                </a:solidFill>
              </a:defRPr>
            </a:lvl1pPr>
            <a:lvl2pPr>
              <a:defRPr sz="1200" b="1">
                <a:solidFill>
                  <a:srgbClr val="287D53"/>
                </a:solidFill>
              </a:defRPr>
            </a:lvl2pPr>
            <a:lvl3pPr>
              <a:defRPr sz="1200" b="1">
                <a:solidFill>
                  <a:srgbClr val="287D53"/>
                </a:solidFill>
              </a:defRPr>
            </a:lvl3pPr>
            <a:lvl4pPr>
              <a:defRPr sz="1200" b="1">
                <a:solidFill>
                  <a:srgbClr val="287D53"/>
                </a:solidFill>
              </a:defRPr>
            </a:lvl4pPr>
            <a:lvl5pPr>
              <a:defRPr sz="1200" b="1">
                <a:solidFill>
                  <a:srgbClr val="287D53"/>
                </a:solidFill>
              </a:defRPr>
            </a:lvl5pPr>
            <a:lvl6pPr>
              <a:defRPr sz="1200" b="1">
                <a:solidFill>
                  <a:srgbClr val="287D53"/>
                </a:solidFill>
              </a:defRPr>
            </a:lvl6pPr>
            <a:lvl7pPr>
              <a:defRPr sz="1200" b="1">
                <a:solidFill>
                  <a:srgbClr val="287D53"/>
                </a:solidFill>
              </a:defRPr>
            </a:lvl7pPr>
            <a:lvl8pPr>
              <a:defRPr sz="1200" b="1">
                <a:solidFill>
                  <a:srgbClr val="287D53"/>
                </a:solidFill>
              </a:defRPr>
            </a:lvl8pPr>
            <a:lvl9pPr>
              <a:defRPr sz="120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87D53"/>
                </a:solidFill>
              </a:defRPr>
            </a:pPr>
            <a:r>
              <a:rPr sz="1200" b="1">
                <a:solidFill>
                  <a:srgbClr val="287D53"/>
                </a:solidFill>
              </a:rPr>
              <a:t>SAVIA IOT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8626C-6296-4B2D-8FCA-5BA10A4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53C2E"/>
                </a:solidFill>
              </a:defRPr>
            </a:defPPr>
            <a:lvl1pPr>
              <a:defRPr sz="3150" b="1">
                <a:solidFill>
                  <a:srgbClr val="153C2E"/>
                </a:solidFill>
              </a:defRPr>
            </a:lvl1pPr>
            <a:lvl2pPr>
              <a:defRPr sz="3150" b="1">
                <a:solidFill>
                  <a:srgbClr val="153C2E"/>
                </a:solidFill>
              </a:defRPr>
            </a:lvl2pPr>
            <a:lvl3pPr>
              <a:defRPr sz="3150" b="1">
                <a:solidFill>
                  <a:srgbClr val="153C2E"/>
                </a:solidFill>
              </a:defRPr>
            </a:lvl3pPr>
            <a:lvl4pPr>
              <a:defRPr sz="3150" b="1">
                <a:solidFill>
                  <a:srgbClr val="153C2E"/>
                </a:solidFill>
              </a:defRPr>
            </a:lvl4pPr>
            <a:lvl5pPr>
              <a:defRPr sz="3150" b="1">
                <a:solidFill>
                  <a:srgbClr val="153C2E"/>
                </a:solidFill>
              </a:defRPr>
            </a:lvl5pPr>
            <a:lvl6pPr>
              <a:defRPr sz="3150" b="1">
                <a:solidFill>
                  <a:srgbClr val="153C2E"/>
                </a:solidFill>
              </a:defRPr>
            </a:lvl6pPr>
            <a:lvl7pPr>
              <a:defRPr sz="3150" b="1">
                <a:solidFill>
                  <a:srgbClr val="153C2E"/>
                </a:solidFill>
              </a:defRPr>
            </a:lvl7pPr>
            <a:lvl8pPr>
              <a:defRPr sz="3150" b="1">
                <a:solidFill>
                  <a:srgbClr val="153C2E"/>
                </a:solidFill>
              </a:defRPr>
            </a:lvl8pPr>
            <a:lvl9pPr>
              <a:defRPr sz="3150" b="1">
                <a:solidFill>
                  <a:srgbClr val="153C2E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53C2E"/>
                </a:solidFill>
              </a:defRPr>
            </a:pPr>
            <a:r>
              <a:rPr sz="3150" b="1">
                <a:solidFill>
                  <a:srgbClr val="153C2E"/>
                </a:solidFill>
              </a:rPr>
              <a:t>Demostración y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1AF41-740C-494E-BC31-8DCABC68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87D53"/>
                </a:solidFill>
              </a:defRPr>
            </a:defPPr>
            <a:lvl1pPr>
              <a:defRPr sz="1350" b="1">
                <a:solidFill>
                  <a:srgbClr val="287D53"/>
                </a:solidFill>
              </a:defRPr>
            </a:lvl1pPr>
            <a:lvl2pPr>
              <a:defRPr sz="1350" b="1">
                <a:solidFill>
                  <a:srgbClr val="287D53"/>
                </a:solidFill>
              </a:defRPr>
            </a:lvl2pPr>
            <a:lvl3pPr>
              <a:defRPr sz="1350" b="1">
                <a:solidFill>
                  <a:srgbClr val="287D53"/>
                </a:solidFill>
              </a:defRPr>
            </a:lvl3pPr>
            <a:lvl4pPr>
              <a:defRPr sz="1350" b="1">
                <a:solidFill>
                  <a:srgbClr val="287D53"/>
                </a:solidFill>
              </a:defRPr>
            </a:lvl4pPr>
            <a:lvl5pPr>
              <a:defRPr sz="1350" b="1">
                <a:solidFill>
                  <a:srgbClr val="287D53"/>
                </a:solidFill>
              </a:defRPr>
            </a:lvl5pPr>
            <a:lvl6pPr>
              <a:defRPr sz="1350" b="1">
                <a:solidFill>
                  <a:srgbClr val="287D53"/>
                </a:solidFill>
              </a:defRPr>
            </a:lvl6pPr>
            <a:lvl7pPr>
              <a:defRPr sz="1350" b="1">
                <a:solidFill>
                  <a:srgbClr val="287D53"/>
                </a:solidFill>
              </a:defRPr>
            </a:lvl7pPr>
            <a:lvl8pPr>
              <a:defRPr sz="1350" b="1">
                <a:solidFill>
                  <a:srgbClr val="287D53"/>
                </a:solidFill>
              </a:defRPr>
            </a:lvl8pPr>
            <a:lvl9pPr>
              <a:defRPr sz="1350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87D53"/>
                </a:solidFill>
              </a:defRPr>
            </a:pPr>
            <a:r>
              <a:rPr sz="1350" b="1">
                <a:solidFill>
                  <a:srgbClr val="287D5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8D62D-2450-4CA4-BDD0-7067B7E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287D53"/>
                </a:solidFill>
              </a:defRPr>
            </a:defPPr>
            <a:lvl1pPr>
              <a:defRPr sz="2025" b="1">
                <a:solidFill>
                  <a:srgbClr val="287D53"/>
                </a:solidFill>
              </a:defRPr>
            </a:lvl1pPr>
            <a:lvl2pPr>
              <a:defRPr sz="2025" b="1">
                <a:solidFill>
                  <a:srgbClr val="287D53"/>
                </a:solidFill>
              </a:defRPr>
            </a:lvl2pPr>
            <a:lvl3pPr>
              <a:defRPr sz="2025" b="1">
                <a:solidFill>
                  <a:srgbClr val="287D53"/>
                </a:solidFill>
              </a:defRPr>
            </a:lvl3pPr>
            <a:lvl4pPr>
              <a:defRPr sz="2025" b="1">
                <a:solidFill>
                  <a:srgbClr val="287D53"/>
                </a:solidFill>
              </a:defRPr>
            </a:lvl4pPr>
            <a:lvl5pPr>
              <a:defRPr sz="2025" b="1">
                <a:solidFill>
                  <a:srgbClr val="287D53"/>
                </a:solidFill>
              </a:defRPr>
            </a:lvl5pPr>
            <a:lvl6pPr>
              <a:defRPr sz="2025" b="1">
                <a:solidFill>
                  <a:srgbClr val="287D53"/>
                </a:solidFill>
              </a:defRPr>
            </a:lvl6pPr>
            <a:lvl7pPr>
              <a:defRPr sz="2025" b="1">
                <a:solidFill>
                  <a:srgbClr val="287D53"/>
                </a:solidFill>
              </a:defRPr>
            </a:lvl7pPr>
            <a:lvl8pPr>
              <a:defRPr sz="2025" b="1">
                <a:solidFill>
                  <a:srgbClr val="287D53"/>
                </a:solidFill>
              </a:defRPr>
            </a:lvl8pPr>
            <a:lvl9pPr>
              <a:defRPr sz="2025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87D53"/>
                </a:solidFill>
              </a:defRPr>
            </a:pPr>
            <a:r>
              <a:rPr sz="2025" b="1">
                <a:solidFill>
                  <a:srgbClr val="287D53"/>
                </a:solidFill>
              </a:rPr>
              <a:t>Natalia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3381C-FCB2-4E4E-AA4E-D8819F98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82922"/>
                </a:solidFill>
              </a:defRPr>
            </a:defPPr>
            <a:lvl1pPr>
              <a:defRPr sz="1725" b="0">
                <a:solidFill>
                  <a:srgbClr val="182922"/>
                </a:solidFill>
              </a:defRPr>
            </a:lvl1pPr>
            <a:lvl2pPr>
              <a:defRPr sz="1725" b="0">
                <a:solidFill>
                  <a:srgbClr val="182922"/>
                </a:solidFill>
              </a:defRPr>
            </a:lvl2pPr>
            <a:lvl3pPr>
              <a:defRPr sz="1725" b="0">
                <a:solidFill>
                  <a:srgbClr val="182922"/>
                </a:solidFill>
              </a:defRPr>
            </a:lvl3pPr>
            <a:lvl4pPr>
              <a:defRPr sz="1725" b="0">
                <a:solidFill>
                  <a:srgbClr val="182922"/>
                </a:solidFill>
              </a:defRPr>
            </a:lvl4pPr>
            <a:lvl5pPr>
              <a:defRPr sz="1725" b="0">
                <a:solidFill>
                  <a:srgbClr val="182922"/>
                </a:solidFill>
              </a:defRPr>
            </a:lvl5pPr>
            <a:lvl6pPr>
              <a:defRPr sz="1725" b="0">
                <a:solidFill>
                  <a:srgbClr val="182922"/>
                </a:solidFill>
              </a:defRPr>
            </a:lvl6pPr>
            <a:lvl7pPr>
              <a:defRPr sz="1725" b="0">
                <a:solidFill>
                  <a:srgbClr val="182922"/>
                </a:solidFill>
              </a:defRPr>
            </a:lvl7pPr>
            <a:lvl8pPr>
              <a:defRPr sz="1725" b="0">
                <a:solidFill>
                  <a:srgbClr val="182922"/>
                </a:solidFill>
              </a:defRPr>
            </a:lvl8pPr>
            <a:lvl9pPr>
              <a:defRPr sz="17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922"/>
                </a:solidFill>
              </a:defRPr>
            </a:pPr>
            <a:r>
              <a:rPr sz="1725" b="0">
                <a:solidFill>
                  <a:srgbClr val="182922"/>
                </a:solidFill>
              </a:rPr>
              <a:t>Problema, objetivo y caso del cultivo.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7A6A3-62D8-4455-B54D-68C9783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287D53"/>
                </a:solidFill>
              </a:defRPr>
            </a:defPPr>
            <a:lvl1pPr>
              <a:defRPr sz="2025" b="1">
                <a:solidFill>
                  <a:srgbClr val="287D53"/>
                </a:solidFill>
              </a:defRPr>
            </a:lvl1pPr>
            <a:lvl2pPr>
              <a:defRPr sz="2025" b="1">
                <a:solidFill>
                  <a:srgbClr val="287D53"/>
                </a:solidFill>
              </a:defRPr>
            </a:lvl2pPr>
            <a:lvl3pPr>
              <a:defRPr sz="2025" b="1">
                <a:solidFill>
                  <a:srgbClr val="287D53"/>
                </a:solidFill>
              </a:defRPr>
            </a:lvl3pPr>
            <a:lvl4pPr>
              <a:defRPr sz="2025" b="1">
                <a:solidFill>
                  <a:srgbClr val="287D53"/>
                </a:solidFill>
              </a:defRPr>
            </a:lvl4pPr>
            <a:lvl5pPr>
              <a:defRPr sz="2025" b="1">
                <a:solidFill>
                  <a:srgbClr val="287D53"/>
                </a:solidFill>
              </a:defRPr>
            </a:lvl5pPr>
            <a:lvl6pPr>
              <a:defRPr sz="2025" b="1">
                <a:solidFill>
                  <a:srgbClr val="287D53"/>
                </a:solidFill>
              </a:defRPr>
            </a:lvl6pPr>
            <a:lvl7pPr>
              <a:defRPr sz="2025" b="1">
                <a:solidFill>
                  <a:srgbClr val="287D53"/>
                </a:solidFill>
              </a:defRPr>
            </a:lvl7pPr>
            <a:lvl8pPr>
              <a:defRPr sz="2025" b="1">
                <a:solidFill>
                  <a:srgbClr val="287D53"/>
                </a:solidFill>
              </a:defRPr>
            </a:lvl8pPr>
            <a:lvl9pPr>
              <a:defRPr sz="2025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87D53"/>
                </a:solidFill>
              </a:defRPr>
            </a:pPr>
            <a:r>
              <a:rPr sz="2025" b="1">
                <a:solidFill>
                  <a:srgbClr val="287D53"/>
                </a:solidFill>
              </a:rPr>
              <a:t>Sidney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DF321-A434-4A92-9E4B-0DA59A1A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82922"/>
                </a:solidFill>
              </a:defRPr>
            </a:defPPr>
            <a:lvl1pPr>
              <a:defRPr sz="1725" b="0">
                <a:solidFill>
                  <a:srgbClr val="182922"/>
                </a:solidFill>
              </a:defRPr>
            </a:lvl1pPr>
            <a:lvl2pPr>
              <a:defRPr sz="1725" b="0">
                <a:solidFill>
                  <a:srgbClr val="182922"/>
                </a:solidFill>
              </a:defRPr>
            </a:lvl2pPr>
            <a:lvl3pPr>
              <a:defRPr sz="1725" b="0">
                <a:solidFill>
                  <a:srgbClr val="182922"/>
                </a:solidFill>
              </a:defRPr>
            </a:lvl3pPr>
            <a:lvl4pPr>
              <a:defRPr sz="1725" b="0">
                <a:solidFill>
                  <a:srgbClr val="182922"/>
                </a:solidFill>
              </a:defRPr>
            </a:lvl4pPr>
            <a:lvl5pPr>
              <a:defRPr sz="1725" b="0">
                <a:solidFill>
                  <a:srgbClr val="182922"/>
                </a:solidFill>
              </a:defRPr>
            </a:lvl5pPr>
            <a:lvl6pPr>
              <a:defRPr sz="1725" b="0">
                <a:solidFill>
                  <a:srgbClr val="182922"/>
                </a:solidFill>
              </a:defRPr>
            </a:lvl6pPr>
            <a:lvl7pPr>
              <a:defRPr sz="1725" b="0">
                <a:solidFill>
                  <a:srgbClr val="182922"/>
                </a:solidFill>
              </a:defRPr>
            </a:lvl7pPr>
            <a:lvl8pPr>
              <a:defRPr sz="1725" b="0">
                <a:solidFill>
                  <a:srgbClr val="182922"/>
                </a:solidFill>
              </a:defRPr>
            </a:lvl8pPr>
            <a:lvl9pPr>
              <a:defRPr sz="17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922"/>
                </a:solidFill>
              </a:defRPr>
            </a:pPr>
            <a:r>
              <a:rPr sz="1725" b="0">
                <a:solidFill>
                  <a:srgbClr val="182922"/>
                </a:solidFill>
              </a:rPr>
              <a:t>Circuito, DHT22 y publicación MQTT.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8DE80-61EB-4DCA-B4C6-4006884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287D53"/>
                </a:solidFill>
              </a:defRPr>
            </a:defPPr>
            <a:lvl1pPr>
              <a:defRPr sz="2025" b="1">
                <a:solidFill>
                  <a:srgbClr val="287D53"/>
                </a:solidFill>
              </a:defRPr>
            </a:lvl1pPr>
            <a:lvl2pPr>
              <a:defRPr sz="2025" b="1">
                <a:solidFill>
                  <a:srgbClr val="287D53"/>
                </a:solidFill>
              </a:defRPr>
            </a:lvl2pPr>
            <a:lvl3pPr>
              <a:defRPr sz="2025" b="1">
                <a:solidFill>
                  <a:srgbClr val="287D53"/>
                </a:solidFill>
              </a:defRPr>
            </a:lvl3pPr>
            <a:lvl4pPr>
              <a:defRPr sz="2025" b="1">
                <a:solidFill>
                  <a:srgbClr val="287D53"/>
                </a:solidFill>
              </a:defRPr>
            </a:lvl4pPr>
            <a:lvl5pPr>
              <a:defRPr sz="2025" b="1">
                <a:solidFill>
                  <a:srgbClr val="287D53"/>
                </a:solidFill>
              </a:defRPr>
            </a:lvl5pPr>
            <a:lvl6pPr>
              <a:defRPr sz="2025" b="1">
                <a:solidFill>
                  <a:srgbClr val="287D53"/>
                </a:solidFill>
              </a:defRPr>
            </a:lvl6pPr>
            <a:lvl7pPr>
              <a:defRPr sz="2025" b="1">
                <a:solidFill>
                  <a:srgbClr val="287D53"/>
                </a:solidFill>
              </a:defRPr>
            </a:lvl7pPr>
            <a:lvl8pPr>
              <a:defRPr sz="2025" b="1">
                <a:solidFill>
                  <a:srgbClr val="287D53"/>
                </a:solidFill>
              </a:defRPr>
            </a:lvl8pPr>
            <a:lvl9pPr>
              <a:defRPr sz="2025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87D53"/>
                </a:solidFill>
              </a:defRPr>
            </a:pPr>
            <a:r>
              <a:rPr sz="2025" b="1">
                <a:solidFill>
                  <a:srgbClr val="287D53"/>
                </a:solidFill>
              </a:rPr>
              <a:t>José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FC2C7-EDB2-4B89-8394-9DE2584B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82922"/>
                </a:solidFill>
              </a:defRPr>
            </a:defPPr>
            <a:lvl1pPr>
              <a:defRPr sz="1725" b="0">
                <a:solidFill>
                  <a:srgbClr val="182922"/>
                </a:solidFill>
              </a:defRPr>
            </a:lvl1pPr>
            <a:lvl2pPr>
              <a:defRPr sz="1725" b="0">
                <a:solidFill>
                  <a:srgbClr val="182922"/>
                </a:solidFill>
              </a:defRPr>
            </a:lvl2pPr>
            <a:lvl3pPr>
              <a:defRPr sz="1725" b="0">
                <a:solidFill>
                  <a:srgbClr val="182922"/>
                </a:solidFill>
              </a:defRPr>
            </a:lvl3pPr>
            <a:lvl4pPr>
              <a:defRPr sz="1725" b="0">
                <a:solidFill>
                  <a:srgbClr val="182922"/>
                </a:solidFill>
              </a:defRPr>
            </a:lvl4pPr>
            <a:lvl5pPr>
              <a:defRPr sz="1725" b="0">
                <a:solidFill>
                  <a:srgbClr val="182922"/>
                </a:solidFill>
              </a:defRPr>
            </a:lvl5pPr>
            <a:lvl6pPr>
              <a:defRPr sz="1725" b="0">
                <a:solidFill>
                  <a:srgbClr val="182922"/>
                </a:solidFill>
              </a:defRPr>
            </a:lvl6pPr>
            <a:lvl7pPr>
              <a:defRPr sz="1725" b="0">
                <a:solidFill>
                  <a:srgbClr val="182922"/>
                </a:solidFill>
              </a:defRPr>
            </a:lvl7pPr>
            <a:lvl8pPr>
              <a:defRPr sz="1725" b="0">
                <a:solidFill>
                  <a:srgbClr val="182922"/>
                </a:solidFill>
              </a:defRPr>
            </a:lvl8pPr>
            <a:lvl9pPr>
              <a:defRPr sz="17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922"/>
                </a:solidFill>
              </a:defRPr>
            </a:pPr>
            <a:r>
              <a:rPr sz="1725" b="0">
                <a:solidFill>
                  <a:srgbClr val="182922"/>
                </a:solidFill>
              </a:rPr>
              <a:t>AWS, base separada, CSV y seguridad.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34D73-8CF3-4CCC-A6A4-B3475D86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28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287D53"/>
                </a:solidFill>
              </a:defRPr>
            </a:defPPr>
            <a:lvl1pPr>
              <a:defRPr sz="2025" b="1">
                <a:solidFill>
                  <a:srgbClr val="287D53"/>
                </a:solidFill>
              </a:defRPr>
            </a:lvl1pPr>
            <a:lvl2pPr>
              <a:defRPr sz="2025" b="1">
                <a:solidFill>
                  <a:srgbClr val="287D53"/>
                </a:solidFill>
              </a:defRPr>
            </a:lvl2pPr>
            <a:lvl3pPr>
              <a:defRPr sz="2025" b="1">
                <a:solidFill>
                  <a:srgbClr val="287D53"/>
                </a:solidFill>
              </a:defRPr>
            </a:lvl3pPr>
            <a:lvl4pPr>
              <a:defRPr sz="2025" b="1">
                <a:solidFill>
                  <a:srgbClr val="287D53"/>
                </a:solidFill>
              </a:defRPr>
            </a:lvl4pPr>
            <a:lvl5pPr>
              <a:defRPr sz="2025" b="1">
                <a:solidFill>
                  <a:srgbClr val="287D53"/>
                </a:solidFill>
              </a:defRPr>
            </a:lvl5pPr>
            <a:lvl6pPr>
              <a:defRPr sz="2025" b="1">
                <a:solidFill>
                  <a:srgbClr val="287D53"/>
                </a:solidFill>
              </a:defRPr>
            </a:lvl6pPr>
            <a:lvl7pPr>
              <a:defRPr sz="2025" b="1">
                <a:solidFill>
                  <a:srgbClr val="287D53"/>
                </a:solidFill>
              </a:defRPr>
            </a:lvl7pPr>
            <a:lvl8pPr>
              <a:defRPr sz="2025" b="1">
                <a:solidFill>
                  <a:srgbClr val="287D53"/>
                </a:solidFill>
              </a:defRPr>
            </a:lvl8pPr>
            <a:lvl9pPr>
              <a:defRPr sz="2025" b="1">
                <a:solidFill>
                  <a:srgbClr val="287D5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87D53"/>
                </a:solidFill>
              </a:defRPr>
            </a:pPr>
            <a:r>
              <a:rPr sz="2025" b="1">
                <a:solidFill>
                  <a:srgbClr val="287D53"/>
                </a:solidFill>
              </a:rPr>
              <a:t>Jarvin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4E176-3E09-4C2B-9441-D889A51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67225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82922"/>
                </a:solidFill>
              </a:defRPr>
            </a:defPPr>
            <a:lvl1pPr>
              <a:defRPr sz="1725" b="0">
                <a:solidFill>
                  <a:srgbClr val="182922"/>
                </a:solidFill>
              </a:defRPr>
            </a:lvl1pPr>
            <a:lvl2pPr>
              <a:defRPr sz="1725" b="0">
                <a:solidFill>
                  <a:srgbClr val="182922"/>
                </a:solidFill>
              </a:defRPr>
            </a:lvl2pPr>
            <a:lvl3pPr>
              <a:defRPr sz="1725" b="0">
                <a:solidFill>
                  <a:srgbClr val="182922"/>
                </a:solidFill>
              </a:defRPr>
            </a:lvl3pPr>
            <a:lvl4pPr>
              <a:defRPr sz="1725" b="0">
                <a:solidFill>
                  <a:srgbClr val="182922"/>
                </a:solidFill>
              </a:defRPr>
            </a:lvl4pPr>
            <a:lvl5pPr>
              <a:defRPr sz="1725" b="0">
                <a:solidFill>
                  <a:srgbClr val="182922"/>
                </a:solidFill>
              </a:defRPr>
            </a:lvl5pPr>
            <a:lvl6pPr>
              <a:defRPr sz="1725" b="0">
                <a:solidFill>
                  <a:srgbClr val="182922"/>
                </a:solidFill>
              </a:defRPr>
            </a:lvl6pPr>
            <a:lvl7pPr>
              <a:defRPr sz="1725" b="0">
                <a:solidFill>
                  <a:srgbClr val="182922"/>
                </a:solidFill>
              </a:defRPr>
            </a:lvl7pPr>
            <a:lvl8pPr>
              <a:defRPr sz="1725" b="0">
                <a:solidFill>
                  <a:srgbClr val="182922"/>
                </a:solidFill>
              </a:defRPr>
            </a:lvl8pPr>
            <a:lvl9pPr>
              <a:defRPr sz="1725" b="0">
                <a:solidFill>
                  <a:srgbClr val="182922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2922"/>
                </a:solidFill>
              </a:defRPr>
            </a:pPr>
            <a:r>
              <a:rPr sz="1725" b="0">
                <a:solidFill>
                  <a:srgbClr val="182922"/>
                </a:solidFill>
              </a:rPr>
              <a:t>Grafana, evidencia y límites de la simulación.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67043-5B11-4811-A918-EAAF5C8C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1982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75D"/>
                </a:solidFill>
              </a:defRPr>
            </a:defPPr>
            <a:lvl1pPr>
              <a:defRPr sz="1275" b="0">
                <a:solidFill>
                  <a:srgbClr val="52675D"/>
                </a:solidFill>
              </a:defRPr>
            </a:lvl1pPr>
            <a:lvl2pPr>
              <a:defRPr sz="1275" b="0">
                <a:solidFill>
                  <a:srgbClr val="52675D"/>
                </a:solidFill>
              </a:defRPr>
            </a:lvl2pPr>
            <a:lvl3pPr>
              <a:defRPr sz="1275" b="0">
                <a:solidFill>
                  <a:srgbClr val="52675D"/>
                </a:solidFill>
              </a:defRPr>
            </a:lvl3pPr>
            <a:lvl4pPr>
              <a:defRPr sz="1275" b="0">
                <a:solidFill>
                  <a:srgbClr val="52675D"/>
                </a:solidFill>
              </a:defRPr>
            </a:lvl4pPr>
            <a:lvl5pPr>
              <a:defRPr sz="1275" b="0">
                <a:solidFill>
                  <a:srgbClr val="52675D"/>
                </a:solidFill>
              </a:defRPr>
            </a:lvl5pPr>
            <a:lvl6pPr>
              <a:defRPr sz="1275" b="0">
                <a:solidFill>
                  <a:srgbClr val="52675D"/>
                </a:solidFill>
              </a:defRPr>
            </a:lvl6pPr>
            <a:lvl7pPr>
              <a:defRPr sz="1275" b="0">
                <a:solidFill>
                  <a:srgbClr val="52675D"/>
                </a:solidFill>
              </a:defRPr>
            </a:lvl7pPr>
            <a:lvl8pPr>
              <a:defRPr sz="1275" b="0">
                <a:solidFill>
                  <a:srgbClr val="52675D"/>
                </a:solidFill>
              </a:defRPr>
            </a:lvl8pPr>
            <a:lvl9pPr>
              <a:defRPr sz="1275" b="0">
                <a:solidFill>
                  <a:srgbClr val="52675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5D"/>
                </a:solidFill>
              </a:defRPr>
            </a:pPr>
            <a:r>
              <a:rPr sz="1275" b="0">
                <a:solidFill>
                  <a:srgbClr val="52675D"/>
                </a:solidFill>
              </a:rPr>
              <a:t>Docente: Jhorman Andrés Villanueva Vivas · Inteligencia Artificial Aplicada a Internet de las Cosas</a:t>
            </a:r>
          </a:p>
        </p:txBody>
      </p:sp>
    </p:spTree>
    <p:extLst>
      <p:ext uri="{BB962C8B-B14F-4D97-AF65-F5344CB8AC3E}">
        <p14:creationId xmlns:p14="http://schemas.microsoft.com/office/powerpoint/2010/main" val="933495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2026-10-24T17:17:27.4340000Z</dcterms:created>
  <dcterms:modified xsi:type="dcterms:W3CDTF">2026-10-24T17:17:27.4340000Z</dcterms:modified>
</coreProperties>
</file>