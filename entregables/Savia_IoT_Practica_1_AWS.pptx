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a884d9e5624259" /><Relationship Type="http://schemas.openxmlformats.org/officeDocument/2006/relationships/extended-properties" Target="/docProps/app.xml" Id="R6ca442b629554b0e" /><Relationship Type="http://schemas.openxmlformats.org/officeDocument/2006/relationships/officeDocument" Target="/ppt/presentation.xml" Id="R8ab0b142644044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b1cb8a904e4d53"/>
  </p:sldMasterIdLst>
  <p:notesMasterIdLst>
    <p:notesMasterId xmlns:r="http://schemas.openxmlformats.org/officeDocument/2006/relationships" r:id="Ree26e57669014280"/>
  </p:notesMasterIdLst>
  <p:sldIdLst>
    <p:sldId xmlns:r="http://schemas.openxmlformats.org/officeDocument/2006/relationships" id="256" r:id="R77be4f821c5f49cd"/>
    <p:sldId xmlns:r="http://schemas.openxmlformats.org/officeDocument/2006/relationships" id="257" r:id="R099919d396bf45bd"/>
    <p:sldId xmlns:r="http://schemas.openxmlformats.org/officeDocument/2006/relationships" id="258" r:id="R0817a31453c74467"/>
    <p:sldId xmlns:r="http://schemas.openxmlformats.org/officeDocument/2006/relationships" id="259" r:id="Rb78e27a7d51f4eff"/>
    <p:sldId xmlns:r="http://schemas.openxmlformats.org/officeDocument/2006/relationships" id="260" r:id="Rf491e991c6a6464e"/>
    <p:sldId xmlns:r="http://schemas.openxmlformats.org/officeDocument/2006/relationships" id="261" r:id="Raf9c53b544974edf"/>
    <p:sldId xmlns:r="http://schemas.openxmlformats.org/officeDocument/2006/relationships" id="262" r:id="R2a143e034ec54bd5"/>
    <p:sldId xmlns:r="http://schemas.openxmlformats.org/officeDocument/2006/relationships" id="263" r:id="R4c78ff2e21934fd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fdae0fa3e94e17" /><Relationship Type="http://schemas.openxmlformats.org/officeDocument/2006/relationships/slideMaster" Target="/ppt/slideMasters/slideMaster1.xml" Id="Refb1cb8a904e4d53" /><Relationship Type="http://schemas.openxmlformats.org/officeDocument/2006/relationships/notesMaster" Target="/ppt/notesMasters/notesMaster1.xml" Id="Ree26e57669014280" /><Relationship Type="http://schemas.openxmlformats.org/officeDocument/2006/relationships/presProps" Target="/ppt/presProps.xml" Id="R770cbaae8cf044ae" /><Relationship Type="http://schemas.openxmlformats.org/officeDocument/2006/relationships/tableStyles" Target="/ppt/tableStyles.xml" Id="R3499121aecec4eb4" /><Relationship Type="http://schemas.openxmlformats.org/officeDocument/2006/relationships/slide" Target="/ppt/slides/slide1.xml" Id="R77be4f821c5f49cd" /><Relationship Type="http://schemas.openxmlformats.org/officeDocument/2006/relationships/slide" Target="/ppt/slides/slide2.xml" Id="R099919d396bf45bd" /><Relationship Type="http://schemas.openxmlformats.org/officeDocument/2006/relationships/slide" Target="/ppt/slides/slide3.xml" Id="R0817a31453c74467" /><Relationship Type="http://schemas.openxmlformats.org/officeDocument/2006/relationships/slide" Target="/ppt/slides/slide4.xml" Id="Rb78e27a7d51f4eff" /><Relationship Type="http://schemas.openxmlformats.org/officeDocument/2006/relationships/slide" Target="/ppt/slides/slide5.xml" Id="Rf491e991c6a6464e" /><Relationship Type="http://schemas.openxmlformats.org/officeDocument/2006/relationships/slide" Target="/ppt/slides/slide6.xml" Id="Raf9c53b544974edf" /><Relationship Type="http://schemas.openxmlformats.org/officeDocument/2006/relationships/slide" Target="/ppt/slides/slide7.xml" Id="R2a143e034ec54bd5" /><Relationship Type="http://schemas.openxmlformats.org/officeDocument/2006/relationships/slide" Target="/ppt/slides/slide8.xml" Id="R4c78ff2e21934f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c438e849cc40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8b13d344474722" /><Relationship Type="http://schemas.openxmlformats.org/officeDocument/2006/relationships/notesMaster" Target="/ppt/notesMasters/notesMaster1.xml" Id="R50714540cd0a4f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1c41e33feb4c70" /><Relationship Type="http://schemas.openxmlformats.org/officeDocument/2006/relationships/notesMaster" Target="/ppt/notesMasters/notesMaster1.xml" Id="R7b7d537cfc9f4c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c9a3b7518143af" /><Relationship Type="http://schemas.openxmlformats.org/officeDocument/2006/relationships/notesMaster" Target="/ppt/notesMasters/notesMaster1.xml" Id="R8d852f318d8d4d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a5effb9a0654795" /><Relationship Type="http://schemas.openxmlformats.org/officeDocument/2006/relationships/notesMaster" Target="/ppt/notesMasters/notesMaster1.xml" Id="R95d627b935c748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85d4493c3647cc" /><Relationship Type="http://schemas.openxmlformats.org/officeDocument/2006/relationships/notesMaster" Target="/ppt/notesMasters/notesMaster1.xml" Id="R1b127531897140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5f8e9f7c0394325" /><Relationship Type="http://schemas.openxmlformats.org/officeDocument/2006/relationships/notesMaster" Target="/ppt/notesMasters/notesMaster1.xml" Id="R6c8b03f8696247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28bf457fd8a4991" /><Relationship Type="http://schemas.openxmlformats.org/officeDocument/2006/relationships/notesMaster" Target="/ppt/notesMasters/notesMaster1.xml" Id="Rc48d963e13d34c3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416234f6714fba" /><Relationship Type="http://schemas.openxmlformats.org/officeDocument/2006/relationships/notesMaster" Target="/ppt/notesMasters/notesMaster1.xml" Id="R02361efd65a04b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64d4f26a924d1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eaaa0accf47b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b04bd4e2d64e6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141279a1744de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ed1096403a49c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3956059a0f46f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973EED-8A5C-44EA-9424-E9DF30B313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7045DAA-766C-47C0-808C-57FCB96671D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7534D8A-B10C-4286-9CA6-0AB903BB12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748939-DDC7-4177-B9C8-25FD6883D2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4C3CF20-8432-4AD2-B005-83E1C23332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E444E2C-834E-4CDC-B798-D93DED2AA7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D97FCA6-AE99-4630-8CA4-61B7DE07B3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7D2C47E-7FEB-49F3-98F0-1EA90C76BFE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D1F0167-07C5-4D1F-9DBC-CE7057D57B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477C4BF-6BF6-4791-867E-C2CEE5F1F78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8be256c0c242f5" /><Relationship Type="http://schemas.openxmlformats.org/officeDocument/2006/relationships/slideLayout" Target="/ppt/slideLayouts/slideLayout1.xml" Id="R86af710a13db4414" /><Relationship Type="http://schemas.openxmlformats.org/officeDocument/2006/relationships/slideLayout" Target="/ppt/slideLayouts/slideLayout2.xml" Id="R1e7607d6e1cf44a2" /><Relationship Type="http://schemas.openxmlformats.org/officeDocument/2006/relationships/slideLayout" Target="/ppt/slideLayouts/slideLayout3.xml" Id="R7ba989c95e7f4579" /><Relationship Type="http://schemas.openxmlformats.org/officeDocument/2006/relationships/slideLayout" Target="/ppt/slideLayouts/slideLayout4.xml" Id="Rb99d78df2e7a4563" /><Relationship Type="http://schemas.openxmlformats.org/officeDocument/2006/relationships/slideLayout" Target="/ppt/slideLayouts/slideLayout5.xml" Id="R80228a1bd96b4a0c" /><Relationship Type="http://schemas.openxmlformats.org/officeDocument/2006/relationships/slideLayout" Target="/ppt/slideLayouts/slideLayout6.xml" Id="R37f2ef9af4a047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af710a13db4414"/>
    <p:sldLayoutId xmlns:r="http://schemas.openxmlformats.org/officeDocument/2006/relationships" id="2147483650" r:id="R1e7607d6e1cf44a2"/>
    <p:sldLayoutId xmlns:r="http://schemas.openxmlformats.org/officeDocument/2006/relationships" id="2147483651" r:id="R7ba989c95e7f4579"/>
    <p:sldLayoutId xmlns:r="http://schemas.openxmlformats.org/officeDocument/2006/relationships" id="2147483652" r:id="Rb99d78df2e7a4563"/>
    <p:sldLayoutId xmlns:r="http://schemas.openxmlformats.org/officeDocument/2006/relationships" id="2147483653" r:id="R80228a1bd96b4a0c"/>
    <p:sldLayoutId xmlns:r="http://schemas.openxmlformats.org/officeDocument/2006/relationships" id="2147483654" r:id="R37f2ef9af4a047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2568fc587f4c4a" /><Relationship Type="http://schemas.openxmlformats.org/officeDocument/2006/relationships/image" Target="/ppt/media/image.png" Id="R6096172deac746d9" /><Relationship Type="http://schemas.openxmlformats.org/officeDocument/2006/relationships/image" Target="/ppt/media/image2.png" Id="Rbbc70635f3104ee9" /><Relationship Type="http://schemas.openxmlformats.org/officeDocument/2006/relationships/notesSlide" Target="/ppt/notesSlides/notesSlide1.xml" Id="R958a9e6096c847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b57c5a3fb54593" /><Relationship Type="http://schemas.openxmlformats.org/officeDocument/2006/relationships/notesSlide" Target="/ppt/notesSlides/notesSlide2.xml" Id="R5abe92be9b204b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b1e827fe5d4b56" /><Relationship Type="http://schemas.openxmlformats.org/officeDocument/2006/relationships/notesSlide" Target="/ppt/notesSlides/notesSlide3.xml" Id="R17c4ebacf8654cd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1b6f5789274452" /><Relationship Type="http://schemas.openxmlformats.org/officeDocument/2006/relationships/notesSlide" Target="/ppt/notesSlides/notesSlide4.xml" Id="R336f417f030049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196a9b0b1c4a9f" /><Relationship Type="http://schemas.openxmlformats.org/officeDocument/2006/relationships/notesSlide" Target="/ppt/notesSlides/notesSlide5.xml" Id="Rab86e34e8ced42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603697b7444e6a" /><Relationship Type="http://schemas.openxmlformats.org/officeDocument/2006/relationships/notesSlide" Target="/ppt/notesSlides/notesSlide6.xml" Id="Reb0a1f52cdcb4b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854887122a49a7" /><Relationship Type="http://schemas.openxmlformats.org/officeDocument/2006/relationships/notesSlide" Target="/ppt/notesSlides/notesSlide7.xml" Id="Rfeb34d9320c041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42946699c34b3b" /><Relationship Type="http://schemas.openxmlformats.org/officeDocument/2006/relationships/notesSlide" Target="/ppt/notesSlides/notesSlide8.xml" Id="R9456fb613f584dc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116F49-CE00-4522-BF03-F5D57A8E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07D2B8-126C-446A-83A8-65C7603CAD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96172deac746d9"/>
          <a:srcRect xmlns:a="http://schemas.openxmlformats.org/drawingml/2006/main" l="22685" t="0" r="226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77F8E-C18F-4DF3-A2EC-887FFB975E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70635f3104ee9"/>
          <a:stretch xmlns:a="http://schemas.openxmlformats.org/drawingml/2006/main"/>
        </p:blipFill>
        <p:spPr>
          <a:xfrm xmlns:a="http://schemas.openxmlformats.org/drawingml/2006/main">
            <a:off x="781050" y="590550"/>
            <a:ext cx="1028700" cy="10287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8E56BC-86E6-4C5E-9888-1019D84D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5619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173B30"/>
                </a:solidFill>
              </a:defRPr>
            </a:defPPr>
            <a:lvl1pPr algn="l">
              <a:defRPr sz="4350" b="1">
                <a:solidFill>
                  <a:srgbClr val="173B30"/>
                </a:solidFill>
              </a:defRPr>
            </a:lvl1pPr>
            <a:lvl2pPr algn="l">
              <a:defRPr sz="4350" b="1">
                <a:solidFill>
                  <a:srgbClr val="173B30"/>
                </a:solidFill>
              </a:defRPr>
            </a:lvl2pPr>
            <a:lvl3pPr algn="l">
              <a:defRPr sz="4350" b="1">
                <a:solidFill>
                  <a:srgbClr val="173B30"/>
                </a:solidFill>
              </a:defRPr>
            </a:lvl3pPr>
            <a:lvl4pPr algn="l">
              <a:defRPr sz="4350" b="1">
                <a:solidFill>
                  <a:srgbClr val="173B30"/>
                </a:solidFill>
              </a:defRPr>
            </a:lvl4pPr>
            <a:lvl5pPr algn="l">
              <a:defRPr sz="4350" b="1">
                <a:solidFill>
                  <a:srgbClr val="173B30"/>
                </a:solidFill>
              </a:defRPr>
            </a:lvl5pPr>
            <a:lvl6pPr algn="l">
              <a:defRPr sz="4350" b="1">
                <a:solidFill>
                  <a:srgbClr val="173B30"/>
                </a:solidFill>
              </a:defRPr>
            </a:lvl6pPr>
            <a:lvl7pPr algn="l">
              <a:defRPr sz="4350" b="1">
                <a:solidFill>
                  <a:srgbClr val="173B30"/>
                </a:solidFill>
              </a:defRPr>
            </a:lvl7pPr>
            <a:lvl8pPr algn="l">
              <a:defRPr sz="4350" b="1">
                <a:solidFill>
                  <a:srgbClr val="173B30"/>
                </a:solidFill>
              </a:defRPr>
            </a:lvl8pPr>
            <a:lvl9pPr algn="l">
              <a:defRPr sz="43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4350" b="1">
                <a:solidFill>
                  <a:srgbClr val="173B30"/>
                </a:solidFill>
              </a:defRPr>
            </a:pPr>
            <a:r>
              <a:rPr sz="4350" b="1">
                <a:solidFill>
                  <a:srgbClr val="173B30"/>
                </a:solidFill>
              </a:rPr>
              <a:t>Savia IoT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F34958-A696-421B-9B15-6E08EB79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5048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0">
                <a:solidFill>
                  <a:srgbClr val="17251F"/>
                </a:solidFill>
              </a:defRPr>
            </a:defPPr>
            <a:lvl1pPr algn="l">
              <a:defRPr sz="2325" b="0">
                <a:solidFill>
                  <a:srgbClr val="17251F"/>
                </a:solidFill>
              </a:defRPr>
            </a:lvl1pPr>
            <a:lvl2pPr algn="l">
              <a:defRPr sz="2325" b="0">
                <a:solidFill>
                  <a:srgbClr val="17251F"/>
                </a:solidFill>
              </a:defRPr>
            </a:lvl2pPr>
            <a:lvl3pPr algn="l">
              <a:defRPr sz="2325" b="0">
                <a:solidFill>
                  <a:srgbClr val="17251F"/>
                </a:solidFill>
              </a:defRPr>
            </a:lvl3pPr>
            <a:lvl4pPr algn="l">
              <a:defRPr sz="2325" b="0">
                <a:solidFill>
                  <a:srgbClr val="17251F"/>
                </a:solidFill>
              </a:defRPr>
            </a:lvl4pPr>
            <a:lvl5pPr algn="l">
              <a:defRPr sz="2325" b="0">
                <a:solidFill>
                  <a:srgbClr val="17251F"/>
                </a:solidFill>
              </a:defRPr>
            </a:lvl5pPr>
            <a:lvl6pPr algn="l">
              <a:defRPr sz="2325" b="0">
                <a:solidFill>
                  <a:srgbClr val="17251F"/>
                </a:solidFill>
              </a:defRPr>
            </a:lvl6pPr>
            <a:lvl7pPr algn="l">
              <a:defRPr sz="2325" b="0">
                <a:solidFill>
                  <a:srgbClr val="17251F"/>
                </a:solidFill>
              </a:defRPr>
            </a:lvl7pPr>
            <a:lvl8pPr algn="l">
              <a:defRPr sz="2325" b="0">
                <a:solidFill>
                  <a:srgbClr val="17251F"/>
                </a:solidFill>
              </a:defRPr>
            </a:lvl8pPr>
            <a:lvl9pPr algn="l">
              <a:defRPr sz="2325" b="0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51F"/>
                </a:solidFill>
              </a:defRPr>
            </a:pPr>
            <a:r>
              <a:rPr sz="2325" b="0">
                <a:solidFill>
                  <a:srgbClr val="17251F"/>
                </a:solidFill>
              </a:rPr>
              <a:t>Monitoreo de un invernadero de tomates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884B12-3235-4CA7-8FF4-149126A0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285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186ECB-D5DC-43E7-90C8-0B70BE21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148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4C6357"/>
                </a:solidFill>
              </a:defRPr>
            </a:defPPr>
            <a:lvl1pPr algn="l">
              <a:defRPr sz="1575" b="0">
                <a:solidFill>
                  <a:srgbClr val="4C6357"/>
                </a:solidFill>
              </a:defRPr>
            </a:lvl1pPr>
            <a:lvl2pPr algn="l">
              <a:defRPr sz="1575" b="0">
                <a:solidFill>
                  <a:srgbClr val="4C6357"/>
                </a:solidFill>
              </a:defRPr>
            </a:lvl2pPr>
            <a:lvl3pPr algn="l">
              <a:defRPr sz="1575" b="0">
                <a:solidFill>
                  <a:srgbClr val="4C6357"/>
                </a:solidFill>
              </a:defRPr>
            </a:lvl3pPr>
            <a:lvl4pPr algn="l">
              <a:defRPr sz="1575" b="0">
                <a:solidFill>
                  <a:srgbClr val="4C6357"/>
                </a:solidFill>
              </a:defRPr>
            </a:lvl4pPr>
            <a:lvl5pPr algn="l">
              <a:defRPr sz="1575" b="0">
                <a:solidFill>
                  <a:srgbClr val="4C6357"/>
                </a:solidFill>
              </a:defRPr>
            </a:lvl5pPr>
            <a:lvl6pPr algn="l">
              <a:defRPr sz="1575" b="0">
                <a:solidFill>
                  <a:srgbClr val="4C6357"/>
                </a:solidFill>
              </a:defRPr>
            </a:lvl6pPr>
            <a:lvl7pPr algn="l">
              <a:defRPr sz="1575" b="0">
                <a:solidFill>
                  <a:srgbClr val="4C6357"/>
                </a:solidFill>
              </a:defRPr>
            </a:lvl7pPr>
            <a:lvl8pPr algn="l">
              <a:defRPr sz="1575" b="0">
                <a:solidFill>
                  <a:srgbClr val="4C6357"/>
                </a:solidFill>
              </a:defRPr>
            </a:lvl8pPr>
            <a:lvl9pPr algn="l">
              <a:defRPr sz="1575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C6357"/>
                </a:solidFill>
              </a:defRPr>
            </a:pPr>
            <a:r>
              <a:rPr sz="1575" b="0">
                <a:solidFill>
                  <a:srgbClr val="4C6357"/>
                </a:solidFill>
              </a:rPr>
              <a:t>Práctica 1 · Servidor web para un proyecto de IoT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D36756-1F3D-4E7F-8722-C05825A7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72050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4C6357"/>
                </a:solidFill>
              </a:defRPr>
            </a:defPPr>
            <a:lvl1pPr algn="l">
              <a:defRPr sz="1275" b="0">
                <a:solidFill>
                  <a:srgbClr val="4C6357"/>
                </a:solidFill>
              </a:defRPr>
            </a:lvl1pPr>
            <a:lvl2pPr algn="l">
              <a:defRPr sz="1275" b="0">
                <a:solidFill>
                  <a:srgbClr val="4C6357"/>
                </a:solidFill>
              </a:defRPr>
            </a:lvl2pPr>
            <a:lvl3pPr algn="l">
              <a:defRPr sz="1275" b="0">
                <a:solidFill>
                  <a:srgbClr val="4C6357"/>
                </a:solidFill>
              </a:defRPr>
            </a:lvl3pPr>
            <a:lvl4pPr algn="l">
              <a:defRPr sz="1275" b="0">
                <a:solidFill>
                  <a:srgbClr val="4C6357"/>
                </a:solidFill>
              </a:defRPr>
            </a:lvl4pPr>
            <a:lvl5pPr algn="l">
              <a:defRPr sz="1275" b="0">
                <a:solidFill>
                  <a:srgbClr val="4C6357"/>
                </a:solidFill>
              </a:defRPr>
            </a:lvl5pPr>
            <a:lvl6pPr algn="l">
              <a:defRPr sz="1275" b="0">
                <a:solidFill>
                  <a:srgbClr val="4C6357"/>
                </a:solidFill>
              </a:defRPr>
            </a:lvl6pPr>
            <a:lvl7pPr algn="l">
              <a:defRPr sz="1275" b="0">
                <a:solidFill>
                  <a:srgbClr val="4C6357"/>
                </a:solidFill>
              </a:defRPr>
            </a:lvl7pPr>
            <a:lvl8pPr algn="l">
              <a:defRPr sz="1275" b="0">
                <a:solidFill>
                  <a:srgbClr val="4C6357"/>
                </a:solidFill>
              </a:defRPr>
            </a:lvl8pPr>
            <a:lvl9pPr algn="l">
              <a:defRPr sz="1275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4C6357"/>
                </a:solidFill>
              </a:defRPr>
            </a:pPr>
            <a:r>
              <a:rPr sz="1275" b="0">
                <a:solidFill>
                  <a:srgbClr val="4C6357"/>
                </a:solidFill>
              </a:rPr>
              <a:t>Inteligencia Artificial Aplicada a Internet de las Cosas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3D4F25-0CCE-4C38-AF22-30F07E8A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7251F"/>
                </a:solidFill>
              </a:defRPr>
            </a:defPPr>
            <a:lvl1pPr algn="l">
              <a:defRPr sz="1200" b="0">
                <a:solidFill>
                  <a:srgbClr val="17251F"/>
                </a:solidFill>
              </a:defRPr>
            </a:lvl1pPr>
            <a:lvl2pPr algn="l">
              <a:defRPr sz="1200" b="0">
                <a:solidFill>
                  <a:srgbClr val="17251F"/>
                </a:solidFill>
              </a:defRPr>
            </a:lvl2pPr>
            <a:lvl3pPr algn="l">
              <a:defRPr sz="1200" b="0">
                <a:solidFill>
                  <a:srgbClr val="17251F"/>
                </a:solidFill>
              </a:defRPr>
            </a:lvl3pPr>
            <a:lvl4pPr algn="l">
              <a:defRPr sz="1200" b="0">
                <a:solidFill>
                  <a:srgbClr val="17251F"/>
                </a:solidFill>
              </a:defRPr>
            </a:lvl4pPr>
            <a:lvl5pPr algn="l">
              <a:defRPr sz="1200" b="0">
                <a:solidFill>
                  <a:srgbClr val="17251F"/>
                </a:solidFill>
              </a:defRPr>
            </a:lvl5pPr>
            <a:lvl6pPr algn="l">
              <a:defRPr sz="1200" b="0">
                <a:solidFill>
                  <a:srgbClr val="17251F"/>
                </a:solidFill>
              </a:defRPr>
            </a:lvl6pPr>
            <a:lvl7pPr algn="l">
              <a:defRPr sz="1200" b="0">
                <a:solidFill>
                  <a:srgbClr val="17251F"/>
                </a:solidFill>
              </a:defRPr>
            </a:lvl7pPr>
            <a:lvl8pPr algn="l">
              <a:defRPr sz="1200" b="0">
                <a:solidFill>
                  <a:srgbClr val="17251F"/>
                </a:solidFill>
              </a:defRPr>
            </a:lvl8pPr>
            <a:lvl9pPr algn="l">
              <a:defRPr sz="1200" b="0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17251F"/>
                </a:solidFill>
              </a:defRPr>
            </a:pPr>
            <a:r>
              <a:rPr sz="1200" b="0">
                <a:solidFill>
                  <a:srgbClr val="17251F"/>
                </a:solidFill>
              </a:rPr>
              <a:t>Natalia Hernández Piedrahita · Sidney Leonardo Leusson Angulo</a:t>
            </a:r>
          </a:p>
          <a:p xmlns:a="http://schemas.openxmlformats.org/drawingml/2006/main">
            <a:pPr algn="l">
              <a:defRPr sz="1200" b="0">
                <a:solidFill>
                  <a:srgbClr val="17251F"/>
                </a:solidFill>
              </a:defRPr>
            </a:pPr>
            <a:r>
              <a:rPr sz="1200" b="0">
                <a:solidFill>
                  <a:srgbClr val="17251F"/>
                </a:solidFill>
              </a:rPr>
              <a:t>José Fernando Luque Cajiao · Jarvin David Alvarado Garcés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1DD028-1728-4D0F-9F59-EA185284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150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4C6357"/>
                </a:solidFill>
              </a:defRPr>
            </a:defPPr>
            <a:lvl1pPr algn="l">
              <a:defRPr sz="1125" b="0">
                <a:solidFill>
                  <a:srgbClr val="4C6357"/>
                </a:solidFill>
              </a:defRPr>
            </a:lvl1pPr>
            <a:lvl2pPr algn="l">
              <a:defRPr sz="1125" b="0">
                <a:solidFill>
                  <a:srgbClr val="4C6357"/>
                </a:solidFill>
              </a:defRPr>
            </a:lvl2pPr>
            <a:lvl3pPr algn="l">
              <a:defRPr sz="1125" b="0">
                <a:solidFill>
                  <a:srgbClr val="4C6357"/>
                </a:solidFill>
              </a:defRPr>
            </a:lvl3pPr>
            <a:lvl4pPr algn="l">
              <a:defRPr sz="1125" b="0">
                <a:solidFill>
                  <a:srgbClr val="4C6357"/>
                </a:solidFill>
              </a:defRPr>
            </a:lvl4pPr>
            <a:lvl5pPr algn="l">
              <a:defRPr sz="1125" b="0">
                <a:solidFill>
                  <a:srgbClr val="4C6357"/>
                </a:solidFill>
              </a:defRPr>
            </a:lvl5pPr>
            <a:lvl6pPr algn="l">
              <a:defRPr sz="1125" b="0">
                <a:solidFill>
                  <a:srgbClr val="4C6357"/>
                </a:solidFill>
              </a:defRPr>
            </a:lvl6pPr>
            <a:lvl7pPr algn="l">
              <a:defRPr sz="1125" b="0">
                <a:solidFill>
                  <a:srgbClr val="4C6357"/>
                </a:solidFill>
              </a:defRPr>
            </a:lvl7pPr>
            <a:lvl8pPr algn="l">
              <a:defRPr sz="1125" b="0">
                <a:solidFill>
                  <a:srgbClr val="4C6357"/>
                </a:solidFill>
              </a:defRPr>
            </a:lvl8pPr>
            <a:lvl9pPr algn="l">
              <a:defRPr sz="1125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4C6357"/>
                </a:solidFill>
              </a:defRPr>
            </a:pPr>
            <a:r>
              <a:rPr sz="1125" b="0">
                <a:solidFill>
                  <a:srgbClr val="4C6357"/>
                </a:solidFill>
              </a:rPr>
              <a:t>Docente: Jhorman Andrés Villanueva Vivas</a:t>
            </a:r>
          </a:p>
        </p:txBody>
      </p:sp>
    </p:spTree>
    <p:extLst>
      <p:ext uri="{BB962C8B-B14F-4D97-AF65-F5344CB8AC3E}">
        <p14:creationId xmlns:p14="http://schemas.microsoft.com/office/powerpoint/2010/main" val="5828735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288B61-E5C3-4F19-B767-EFF3F1C9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75594-D32B-47D5-BEE3-834DF5EE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0744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73B30"/>
                </a:solidFill>
              </a:defRPr>
            </a:defPPr>
            <a:lvl1pPr algn="l">
              <a:defRPr sz="2850" b="1">
                <a:solidFill>
                  <a:srgbClr val="173B30"/>
                </a:solidFill>
              </a:defRPr>
            </a:lvl1pPr>
            <a:lvl2pPr algn="l">
              <a:defRPr sz="2850" b="1">
                <a:solidFill>
                  <a:srgbClr val="173B30"/>
                </a:solidFill>
              </a:defRPr>
            </a:lvl2pPr>
            <a:lvl3pPr algn="l">
              <a:defRPr sz="2850" b="1">
                <a:solidFill>
                  <a:srgbClr val="173B30"/>
                </a:solidFill>
              </a:defRPr>
            </a:lvl3pPr>
            <a:lvl4pPr algn="l">
              <a:defRPr sz="2850" b="1">
                <a:solidFill>
                  <a:srgbClr val="173B30"/>
                </a:solidFill>
              </a:defRPr>
            </a:lvl4pPr>
            <a:lvl5pPr algn="l">
              <a:defRPr sz="2850" b="1">
                <a:solidFill>
                  <a:srgbClr val="173B30"/>
                </a:solidFill>
              </a:defRPr>
            </a:lvl5pPr>
            <a:lvl6pPr algn="l">
              <a:defRPr sz="2850" b="1">
                <a:solidFill>
                  <a:srgbClr val="173B30"/>
                </a:solidFill>
              </a:defRPr>
            </a:lvl6pPr>
            <a:lvl7pPr algn="l">
              <a:defRPr sz="2850" b="1">
                <a:solidFill>
                  <a:srgbClr val="173B30"/>
                </a:solidFill>
              </a:defRPr>
            </a:lvl7pPr>
            <a:lvl8pPr algn="l">
              <a:defRPr sz="2850" b="1">
                <a:solidFill>
                  <a:srgbClr val="173B30"/>
                </a:solidFill>
              </a:defRPr>
            </a:lvl8pPr>
            <a:lvl9pPr algn="l">
              <a:defRPr sz="28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3B30"/>
                </a:solidFill>
              </a:defRPr>
            </a:pPr>
            <a:r>
              <a:rPr sz="2850" b="1">
                <a:solidFill>
                  <a:srgbClr val="173B30"/>
                </a:solidFill>
              </a:rPr>
              <a:t>Caso de uso y componentes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629AE8-4D2B-42AB-A9D3-2F63F72F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4C6357"/>
                </a:solidFill>
              </a:defRPr>
            </a:defPPr>
            <a:lvl1pPr algn="l">
              <a:defRPr sz="1050" b="0">
                <a:solidFill>
                  <a:srgbClr val="4C6357"/>
                </a:solidFill>
              </a:defRPr>
            </a:lvl1pPr>
            <a:lvl2pPr algn="l">
              <a:defRPr sz="1050" b="0">
                <a:solidFill>
                  <a:srgbClr val="4C6357"/>
                </a:solidFill>
              </a:defRPr>
            </a:lvl2pPr>
            <a:lvl3pPr algn="l">
              <a:defRPr sz="1050" b="0">
                <a:solidFill>
                  <a:srgbClr val="4C6357"/>
                </a:solidFill>
              </a:defRPr>
            </a:lvl3pPr>
            <a:lvl4pPr algn="l">
              <a:defRPr sz="1050" b="0">
                <a:solidFill>
                  <a:srgbClr val="4C6357"/>
                </a:solidFill>
              </a:defRPr>
            </a:lvl4pPr>
            <a:lvl5pPr algn="l">
              <a:defRPr sz="1050" b="0">
                <a:solidFill>
                  <a:srgbClr val="4C6357"/>
                </a:solidFill>
              </a:defRPr>
            </a:lvl5pPr>
            <a:lvl6pPr algn="l">
              <a:defRPr sz="1050" b="0">
                <a:solidFill>
                  <a:srgbClr val="4C6357"/>
                </a:solidFill>
              </a:defRPr>
            </a:lvl6pPr>
            <a:lvl7pPr algn="l">
              <a:defRPr sz="1050" b="0">
                <a:solidFill>
                  <a:srgbClr val="4C6357"/>
                </a:solidFill>
              </a:defRPr>
            </a:lvl7pPr>
            <a:lvl8pPr algn="l">
              <a:defRPr sz="1050" b="0">
                <a:solidFill>
                  <a:srgbClr val="4C6357"/>
                </a:solidFill>
              </a:defRPr>
            </a:lvl8pPr>
            <a:lvl9pPr algn="l">
              <a:defRPr sz="1050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4C6357"/>
                </a:solidFill>
              </a:defRPr>
            </a:pPr>
            <a:r>
              <a:rPr sz="1050" b="0">
                <a:solidFill>
                  <a:srgbClr val="4C6357"/>
                </a:solidFill>
              </a:rPr>
              <a:t>Savia IoT  | 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060A6C-2598-487F-B5DA-4BCA1E0E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71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0">
                <a:solidFill>
                  <a:srgbClr val="17251F"/>
                </a:solidFill>
              </a:defRPr>
            </a:defPPr>
            <a:lvl1pPr algn="l">
              <a:defRPr sz="2100" b="0">
                <a:solidFill>
                  <a:srgbClr val="17251F"/>
                </a:solidFill>
              </a:defRPr>
            </a:lvl1pPr>
            <a:lvl2pPr algn="l">
              <a:defRPr sz="2100" b="0">
                <a:solidFill>
                  <a:srgbClr val="17251F"/>
                </a:solidFill>
              </a:defRPr>
            </a:lvl2pPr>
            <a:lvl3pPr algn="l">
              <a:defRPr sz="2100" b="0">
                <a:solidFill>
                  <a:srgbClr val="17251F"/>
                </a:solidFill>
              </a:defRPr>
            </a:lvl3pPr>
            <a:lvl4pPr algn="l">
              <a:defRPr sz="2100" b="0">
                <a:solidFill>
                  <a:srgbClr val="17251F"/>
                </a:solidFill>
              </a:defRPr>
            </a:lvl4pPr>
            <a:lvl5pPr algn="l">
              <a:defRPr sz="2100" b="0">
                <a:solidFill>
                  <a:srgbClr val="17251F"/>
                </a:solidFill>
              </a:defRPr>
            </a:lvl5pPr>
            <a:lvl6pPr algn="l">
              <a:defRPr sz="2100" b="0">
                <a:solidFill>
                  <a:srgbClr val="17251F"/>
                </a:solidFill>
              </a:defRPr>
            </a:lvl6pPr>
            <a:lvl7pPr algn="l">
              <a:defRPr sz="2100" b="0">
                <a:solidFill>
                  <a:srgbClr val="17251F"/>
                </a:solidFill>
              </a:defRPr>
            </a:lvl7pPr>
            <a:lvl8pPr algn="l">
              <a:defRPr sz="2100" b="0">
                <a:solidFill>
                  <a:srgbClr val="17251F"/>
                </a:solidFill>
              </a:defRPr>
            </a:lvl8pPr>
            <a:lvl9pPr algn="l">
              <a:defRPr sz="2100" b="0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51F"/>
                </a:solidFill>
              </a:defRPr>
            </a:pPr>
            <a:r>
              <a:rPr sz="2100" b="0">
                <a:solidFill>
                  <a:srgbClr val="17251F"/>
                </a:solidFill>
              </a:rPr>
              <a:t>Un invernadero de tomates necesita conocer el ambiente interior para decidir cuándo ventilar.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B4689-2950-481A-BB87-4B604032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62250"/>
            <a:ext cx="2238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173B30"/>
                </a:solidFill>
              </a:defRPr>
            </a:defPPr>
            <a:lvl1pPr algn="l">
              <a:defRPr sz="2025" b="1">
                <a:solidFill>
                  <a:srgbClr val="173B30"/>
                </a:solidFill>
              </a:defRPr>
            </a:lvl1pPr>
            <a:lvl2pPr algn="l">
              <a:defRPr sz="2025" b="1">
                <a:solidFill>
                  <a:srgbClr val="173B30"/>
                </a:solidFill>
              </a:defRPr>
            </a:lvl2pPr>
            <a:lvl3pPr algn="l">
              <a:defRPr sz="2025" b="1">
                <a:solidFill>
                  <a:srgbClr val="173B30"/>
                </a:solidFill>
              </a:defRPr>
            </a:lvl3pPr>
            <a:lvl4pPr algn="l">
              <a:defRPr sz="2025" b="1">
                <a:solidFill>
                  <a:srgbClr val="173B30"/>
                </a:solidFill>
              </a:defRPr>
            </a:lvl4pPr>
            <a:lvl5pPr algn="l">
              <a:defRPr sz="2025" b="1">
                <a:solidFill>
                  <a:srgbClr val="173B30"/>
                </a:solidFill>
              </a:defRPr>
            </a:lvl5pPr>
            <a:lvl6pPr algn="l">
              <a:defRPr sz="2025" b="1">
                <a:solidFill>
                  <a:srgbClr val="173B30"/>
                </a:solidFill>
              </a:defRPr>
            </a:lvl6pPr>
            <a:lvl7pPr algn="l">
              <a:defRPr sz="2025" b="1">
                <a:solidFill>
                  <a:srgbClr val="173B30"/>
                </a:solidFill>
              </a:defRPr>
            </a:lvl7pPr>
            <a:lvl8pPr algn="l">
              <a:defRPr sz="2025" b="1">
                <a:solidFill>
                  <a:srgbClr val="173B30"/>
                </a:solidFill>
              </a:defRPr>
            </a:lvl8pPr>
            <a:lvl9pPr algn="l">
              <a:defRPr sz="2025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3B30"/>
                </a:solidFill>
              </a:defRPr>
            </a:pPr>
            <a:r>
              <a:rPr sz="2025" b="1">
                <a:solidFill>
                  <a:srgbClr val="173B30"/>
                </a:solidFill>
              </a:rPr>
              <a:t>DHT22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580411-3850-4CA9-A9E2-2DCF0603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EF6DEE-A95A-4573-A9FA-8098B5C0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86150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4C6357"/>
                </a:solidFill>
              </a:defRPr>
            </a:defPPr>
            <a:lvl1pPr algn="l">
              <a:defRPr sz="1725" b="0">
                <a:solidFill>
                  <a:srgbClr val="4C6357"/>
                </a:solidFill>
              </a:defRPr>
            </a:lvl1pPr>
            <a:lvl2pPr algn="l">
              <a:defRPr sz="1725" b="0">
                <a:solidFill>
                  <a:srgbClr val="4C6357"/>
                </a:solidFill>
              </a:defRPr>
            </a:lvl2pPr>
            <a:lvl3pPr algn="l">
              <a:defRPr sz="1725" b="0">
                <a:solidFill>
                  <a:srgbClr val="4C6357"/>
                </a:solidFill>
              </a:defRPr>
            </a:lvl3pPr>
            <a:lvl4pPr algn="l">
              <a:defRPr sz="1725" b="0">
                <a:solidFill>
                  <a:srgbClr val="4C6357"/>
                </a:solidFill>
              </a:defRPr>
            </a:lvl4pPr>
            <a:lvl5pPr algn="l">
              <a:defRPr sz="1725" b="0">
                <a:solidFill>
                  <a:srgbClr val="4C6357"/>
                </a:solidFill>
              </a:defRPr>
            </a:lvl5pPr>
            <a:lvl6pPr algn="l">
              <a:defRPr sz="1725" b="0">
                <a:solidFill>
                  <a:srgbClr val="4C6357"/>
                </a:solidFill>
              </a:defRPr>
            </a:lvl6pPr>
            <a:lvl7pPr algn="l">
              <a:defRPr sz="1725" b="0">
                <a:solidFill>
                  <a:srgbClr val="4C6357"/>
                </a:solidFill>
              </a:defRPr>
            </a:lvl7pPr>
            <a:lvl8pPr algn="l">
              <a:defRPr sz="1725" b="0">
                <a:solidFill>
                  <a:srgbClr val="4C6357"/>
                </a:solidFill>
              </a:defRPr>
            </a:lvl8pPr>
            <a:lvl9pPr algn="l">
              <a:defRPr sz="1725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C6357"/>
                </a:solidFill>
              </a:defRPr>
            </a:pPr>
            <a:r>
              <a:rPr sz="1725" b="0">
                <a:solidFill>
                  <a:srgbClr val="4C6357"/>
                </a:solidFill>
              </a:rPr>
              <a:t>Temperatura y humedad relativa del aire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5E1F6-A8EF-4C12-927B-7FFA57D9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62250"/>
            <a:ext cx="2238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173B30"/>
                </a:solidFill>
              </a:defRPr>
            </a:defPPr>
            <a:lvl1pPr algn="l">
              <a:defRPr sz="2025" b="1">
                <a:solidFill>
                  <a:srgbClr val="173B30"/>
                </a:solidFill>
              </a:defRPr>
            </a:lvl1pPr>
            <a:lvl2pPr algn="l">
              <a:defRPr sz="2025" b="1">
                <a:solidFill>
                  <a:srgbClr val="173B30"/>
                </a:solidFill>
              </a:defRPr>
            </a:lvl2pPr>
            <a:lvl3pPr algn="l">
              <a:defRPr sz="2025" b="1">
                <a:solidFill>
                  <a:srgbClr val="173B30"/>
                </a:solidFill>
              </a:defRPr>
            </a:lvl3pPr>
            <a:lvl4pPr algn="l">
              <a:defRPr sz="2025" b="1">
                <a:solidFill>
                  <a:srgbClr val="173B30"/>
                </a:solidFill>
              </a:defRPr>
            </a:lvl4pPr>
            <a:lvl5pPr algn="l">
              <a:defRPr sz="2025" b="1">
                <a:solidFill>
                  <a:srgbClr val="173B30"/>
                </a:solidFill>
              </a:defRPr>
            </a:lvl5pPr>
            <a:lvl6pPr algn="l">
              <a:defRPr sz="2025" b="1">
                <a:solidFill>
                  <a:srgbClr val="173B30"/>
                </a:solidFill>
              </a:defRPr>
            </a:lvl6pPr>
            <a:lvl7pPr algn="l">
              <a:defRPr sz="2025" b="1">
                <a:solidFill>
                  <a:srgbClr val="173B30"/>
                </a:solidFill>
              </a:defRPr>
            </a:lvl7pPr>
            <a:lvl8pPr algn="l">
              <a:defRPr sz="2025" b="1">
                <a:solidFill>
                  <a:srgbClr val="173B30"/>
                </a:solidFill>
              </a:defRPr>
            </a:lvl8pPr>
            <a:lvl9pPr algn="l">
              <a:defRPr sz="2025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3B30"/>
                </a:solidFill>
              </a:defRPr>
            </a:pPr>
            <a:r>
              <a:rPr sz="2025" b="1">
                <a:solidFill>
                  <a:srgbClr val="173B30"/>
                </a:solidFill>
              </a:rPr>
              <a:t>ESP32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D4F99B-3EA0-4E84-9C84-0F6E6386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2766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778D75-86F7-45A8-BD0E-860C5AE6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861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4C6357"/>
                </a:solidFill>
              </a:defRPr>
            </a:defPPr>
            <a:lvl1pPr algn="l">
              <a:defRPr sz="1725" b="0">
                <a:solidFill>
                  <a:srgbClr val="4C6357"/>
                </a:solidFill>
              </a:defRPr>
            </a:lvl1pPr>
            <a:lvl2pPr algn="l">
              <a:defRPr sz="1725" b="0">
                <a:solidFill>
                  <a:srgbClr val="4C6357"/>
                </a:solidFill>
              </a:defRPr>
            </a:lvl2pPr>
            <a:lvl3pPr algn="l">
              <a:defRPr sz="1725" b="0">
                <a:solidFill>
                  <a:srgbClr val="4C6357"/>
                </a:solidFill>
              </a:defRPr>
            </a:lvl3pPr>
            <a:lvl4pPr algn="l">
              <a:defRPr sz="1725" b="0">
                <a:solidFill>
                  <a:srgbClr val="4C6357"/>
                </a:solidFill>
              </a:defRPr>
            </a:lvl4pPr>
            <a:lvl5pPr algn="l">
              <a:defRPr sz="1725" b="0">
                <a:solidFill>
                  <a:srgbClr val="4C6357"/>
                </a:solidFill>
              </a:defRPr>
            </a:lvl5pPr>
            <a:lvl6pPr algn="l">
              <a:defRPr sz="1725" b="0">
                <a:solidFill>
                  <a:srgbClr val="4C6357"/>
                </a:solidFill>
              </a:defRPr>
            </a:lvl6pPr>
            <a:lvl7pPr algn="l">
              <a:defRPr sz="1725" b="0">
                <a:solidFill>
                  <a:srgbClr val="4C6357"/>
                </a:solidFill>
              </a:defRPr>
            </a:lvl7pPr>
            <a:lvl8pPr algn="l">
              <a:defRPr sz="1725" b="0">
                <a:solidFill>
                  <a:srgbClr val="4C6357"/>
                </a:solidFill>
              </a:defRPr>
            </a:lvl8pPr>
            <a:lvl9pPr algn="l">
              <a:defRPr sz="1725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C6357"/>
                </a:solidFill>
              </a:defRPr>
            </a:pPr>
            <a:r>
              <a:rPr sz="1725" b="0">
                <a:solidFill>
                  <a:srgbClr val="4C6357"/>
                </a:solidFill>
              </a:rPr>
              <a:t>Lectura del sensor, decisión local y comunicación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964C08-4F44-42C5-9710-6A261B731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62250"/>
            <a:ext cx="2238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173B30"/>
                </a:solidFill>
              </a:defRPr>
            </a:defPPr>
            <a:lvl1pPr algn="l">
              <a:defRPr sz="2025" b="1">
                <a:solidFill>
                  <a:srgbClr val="173B30"/>
                </a:solidFill>
              </a:defRPr>
            </a:lvl1pPr>
            <a:lvl2pPr algn="l">
              <a:defRPr sz="2025" b="1">
                <a:solidFill>
                  <a:srgbClr val="173B30"/>
                </a:solidFill>
              </a:defRPr>
            </a:lvl2pPr>
            <a:lvl3pPr algn="l">
              <a:defRPr sz="2025" b="1">
                <a:solidFill>
                  <a:srgbClr val="173B30"/>
                </a:solidFill>
              </a:defRPr>
            </a:lvl3pPr>
            <a:lvl4pPr algn="l">
              <a:defRPr sz="2025" b="1">
                <a:solidFill>
                  <a:srgbClr val="173B30"/>
                </a:solidFill>
              </a:defRPr>
            </a:lvl4pPr>
            <a:lvl5pPr algn="l">
              <a:defRPr sz="2025" b="1">
                <a:solidFill>
                  <a:srgbClr val="173B30"/>
                </a:solidFill>
              </a:defRPr>
            </a:lvl5pPr>
            <a:lvl6pPr algn="l">
              <a:defRPr sz="2025" b="1">
                <a:solidFill>
                  <a:srgbClr val="173B30"/>
                </a:solidFill>
              </a:defRPr>
            </a:lvl6pPr>
            <a:lvl7pPr algn="l">
              <a:defRPr sz="2025" b="1">
                <a:solidFill>
                  <a:srgbClr val="173B30"/>
                </a:solidFill>
              </a:defRPr>
            </a:lvl7pPr>
            <a:lvl8pPr algn="l">
              <a:defRPr sz="2025" b="1">
                <a:solidFill>
                  <a:srgbClr val="173B30"/>
                </a:solidFill>
              </a:defRPr>
            </a:lvl8pPr>
            <a:lvl9pPr algn="l">
              <a:defRPr sz="2025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3B30"/>
                </a:solidFill>
              </a:defRPr>
            </a:pPr>
            <a:r>
              <a:rPr sz="2025" b="1">
                <a:solidFill>
                  <a:srgbClr val="173B30"/>
                </a:solidFill>
              </a:rPr>
              <a:t>LED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C4C8F7-0627-43AF-BEB2-A925CBE1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C297BE-2728-4E31-AC42-0E338DA6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861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4C6357"/>
                </a:solidFill>
              </a:defRPr>
            </a:defPPr>
            <a:lvl1pPr algn="l">
              <a:defRPr sz="1725" b="0">
                <a:solidFill>
                  <a:srgbClr val="4C6357"/>
                </a:solidFill>
              </a:defRPr>
            </a:lvl1pPr>
            <a:lvl2pPr algn="l">
              <a:defRPr sz="1725" b="0">
                <a:solidFill>
                  <a:srgbClr val="4C6357"/>
                </a:solidFill>
              </a:defRPr>
            </a:lvl2pPr>
            <a:lvl3pPr algn="l">
              <a:defRPr sz="1725" b="0">
                <a:solidFill>
                  <a:srgbClr val="4C6357"/>
                </a:solidFill>
              </a:defRPr>
            </a:lvl3pPr>
            <a:lvl4pPr algn="l">
              <a:defRPr sz="1725" b="0">
                <a:solidFill>
                  <a:srgbClr val="4C6357"/>
                </a:solidFill>
              </a:defRPr>
            </a:lvl4pPr>
            <a:lvl5pPr algn="l">
              <a:defRPr sz="1725" b="0">
                <a:solidFill>
                  <a:srgbClr val="4C6357"/>
                </a:solidFill>
              </a:defRPr>
            </a:lvl5pPr>
            <a:lvl6pPr algn="l">
              <a:defRPr sz="1725" b="0">
                <a:solidFill>
                  <a:srgbClr val="4C6357"/>
                </a:solidFill>
              </a:defRPr>
            </a:lvl6pPr>
            <a:lvl7pPr algn="l">
              <a:defRPr sz="1725" b="0">
                <a:solidFill>
                  <a:srgbClr val="4C6357"/>
                </a:solidFill>
              </a:defRPr>
            </a:lvl7pPr>
            <a:lvl8pPr algn="l">
              <a:defRPr sz="1725" b="0">
                <a:solidFill>
                  <a:srgbClr val="4C6357"/>
                </a:solidFill>
              </a:defRPr>
            </a:lvl8pPr>
            <a:lvl9pPr algn="l">
              <a:defRPr sz="1725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C6357"/>
                </a:solidFill>
              </a:defRPr>
            </a:pPr>
            <a:r>
              <a:rPr sz="1725" b="0">
                <a:solidFill>
                  <a:srgbClr val="4C6357"/>
                </a:solidFill>
              </a:rPr>
              <a:t>Indicador de ventilación simulada; no hay motor físico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129D21-152B-4A59-95C9-DC2B128B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277A53"/>
                </a:solidFill>
              </a:defRPr>
            </a:defPPr>
            <a:lvl1pPr algn="l">
              <a:defRPr sz="1650" b="1">
                <a:solidFill>
                  <a:srgbClr val="277A53"/>
                </a:solidFill>
              </a:defRPr>
            </a:lvl1pPr>
            <a:lvl2pPr algn="l">
              <a:defRPr sz="1650" b="1">
                <a:solidFill>
                  <a:srgbClr val="277A53"/>
                </a:solidFill>
              </a:defRPr>
            </a:lvl2pPr>
            <a:lvl3pPr algn="l">
              <a:defRPr sz="1650" b="1">
                <a:solidFill>
                  <a:srgbClr val="277A53"/>
                </a:solidFill>
              </a:defRPr>
            </a:lvl3pPr>
            <a:lvl4pPr algn="l">
              <a:defRPr sz="1650" b="1">
                <a:solidFill>
                  <a:srgbClr val="277A53"/>
                </a:solidFill>
              </a:defRPr>
            </a:lvl4pPr>
            <a:lvl5pPr algn="l">
              <a:defRPr sz="1650" b="1">
                <a:solidFill>
                  <a:srgbClr val="277A53"/>
                </a:solidFill>
              </a:defRPr>
            </a:lvl5pPr>
            <a:lvl6pPr algn="l">
              <a:defRPr sz="1650" b="1">
                <a:solidFill>
                  <a:srgbClr val="277A53"/>
                </a:solidFill>
              </a:defRPr>
            </a:lvl6pPr>
            <a:lvl7pPr algn="l">
              <a:defRPr sz="1650" b="1">
                <a:solidFill>
                  <a:srgbClr val="277A53"/>
                </a:solidFill>
              </a:defRPr>
            </a:lvl7pPr>
            <a:lvl8pPr algn="l">
              <a:defRPr sz="1650" b="1">
                <a:solidFill>
                  <a:srgbClr val="277A53"/>
                </a:solidFill>
              </a:defRPr>
            </a:lvl8pPr>
            <a:lvl9pPr algn="l">
              <a:defRPr sz="1650" b="1">
                <a:solidFill>
                  <a:srgbClr val="277A53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77A53"/>
                </a:solidFill>
              </a:defRPr>
            </a:pPr>
            <a:r>
              <a:rPr sz="1650" b="1">
                <a:solidFill>
                  <a:srgbClr val="277A53"/>
                </a:solidFill>
              </a:rPr>
              <a:t>El montaje y sus datos son simulados en Wokwi.</a:t>
            </a:r>
          </a:p>
        </p:txBody>
      </p:sp>
    </p:spTree>
    <p:extLst>
      <p:ext uri="{BB962C8B-B14F-4D97-AF65-F5344CB8AC3E}">
        <p14:creationId xmlns:p14="http://schemas.microsoft.com/office/powerpoint/2010/main" val="16460104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19CB4D-7447-469B-9352-621A21D0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24A05-02CA-4F7E-B28F-AD02D28F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0744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73B30"/>
                </a:solidFill>
              </a:defRPr>
            </a:defPPr>
            <a:lvl1pPr algn="l">
              <a:defRPr sz="2850" b="1">
                <a:solidFill>
                  <a:srgbClr val="173B30"/>
                </a:solidFill>
              </a:defRPr>
            </a:lvl1pPr>
            <a:lvl2pPr algn="l">
              <a:defRPr sz="2850" b="1">
                <a:solidFill>
                  <a:srgbClr val="173B30"/>
                </a:solidFill>
              </a:defRPr>
            </a:lvl2pPr>
            <a:lvl3pPr algn="l">
              <a:defRPr sz="2850" b="1">
                <a:solidFill>
                  <a:srgbClr val="173B30"/>
                </a:solidFill>
              </a:defRPr>
            </a:lvl3pPr>
            <a:lvl4pPr algn="l">
              <a:defRPr sz="2850" b="1">
                <a:solidFill>
                  <a:srgbClr val="173B30"/>
                </a:solidFill>
              </a:defRPr>
            </a:lvl4pPr>
            <a:lvl5pPr algn="l">
              <a:defRPr sz="2850" b="1">
                <a:solidFill>
                  <a:srgbClr val="173B30"/>
                </a:solidFill>
              </a:defRPr>
            </a:lvl5pPr>
            <a:lvl6pPr algn="l">
              <a:defRPr sz="2850" b="1">
                <a:solidFill>
                  <a:srgbClr val="173B30"/>
                </a:solidFill>
              </a:defRPr>
            </a:lvl6pPr>
            <a:lvl7pPr algn="l">
              <a:defRPr sz="2850" b="1">
                <a:solidFill>
                  <a:srgbClr val="173B30"/>
                </a:solidFill>
              </a:defRPr>
            </a:lvl7pPr>
            <a:lvl8pPr algn="l">
              <a:defRPr sz="2850" b="1">
                <a:solidFill>
                  <a:srgbClr val="173B30"/>
                </a:solidFill>
              </a:defRPr>
            </a:lvl8pPr>
            <a:lvl9pPr algn="l">
              <a:defRPr sz="28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3B30"/>
                </a:solidFill>
              </a:defRPr>
            </a:pPr>
            <a:r>
              <a:rPr sz="2850" b="1">
                <a:solidFill>
                  <a:srgbClr val="173B30"/>
                </a:solidFill>
              </a:rPr>
              <a:t>Control automático de ventilación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24A237-9CCE-45EB-883F-9E5E8803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4C6357"/>
                </a:solidFill>
              </a:defRPr>
            </a:defPPr>
            <a:lvl1pPr algn="l">
              <a:defRPr sz="1050" b="0">
                <a:solidFill>
                  <a:srgbClr val="4C6357"/>
                </a:solidFill>
              </a:defRPr>
            </a:lvl1pPr>
            <a:lvl2pPr algn="l">
              <a:defRPr sz="1050" b="0">
                <a:solidFill>
                  <a:srgbClr val="4C6357"/>
                </a:solidFill>
              </a:defRPr>
            </a:lvl2pPr>
            <a:lvl3pPr algn="l">
              <a:defRPr sz="1050" b="0">
                <a:solidFill>
                  <a:srgbClr val="4C6357"/>
                </a:solidFill>
              </a:defRPr>
            </a:lvl3pPr>
            <a:lvl4pPr algn="l">
              <a:defRPr sz="1050" b="0">
                <a:solidFill>
                  <a:srgbClr val="4C6357"/>
                </a:solidFill>
              </a:defRPr>
            </a:lvl4pPr>
            <a:lvl5pPr algn="l">
              <a:defRPr sz="1050" b="0">
                <a:solidFill>
                  <a:srgbClr val="4C6357"/>
                </a:solidFill>
              </a:defRPr>
            </a:lvl5pPr>
            <a:lvl6pPr algn="l">
              <a:defRPr sz="1050" b="0">
                <a:solidFill>
                  <a:srgbClr val="4C6357"/>
                </a:solidFill>
              </a:defRPr>
            </a:lvl6pPr>
            <a:lvl7pPr algn="l">
              <a:defRPr sz="1050" b="0">
                <a:solidFill>
                  <a:srgbClr val="4C6357"/>
                </a:solidFill>
              </a:defRPr>
            </a:lvl7pPr>
            <a:lvl8pPr algn="l">
              <a:defRPr sz="1050" b="0">
                <a:solidFill>
                  <a:srgbClr val="4C6357"/>
                </a:solidFill>
              </a:defRPr>
            </a:lvl8pPr>
            <a:lvl9pPr algn="l">
              <a:defRPr sz="1050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4C6357"/>
                </a:solidFill>
              </a:defRPr>
            </a:pPr>
            <a:r>
              <a:rPr sz="1050" b="0">
                <a:solidFill>
                  <a:srgbClr val="4C6357"/>
                </a:solidFill>
              </a:rPr>
              <a:t>Savia IoT  | 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5463E9-6369-4667-AE2A-0A977B39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73B30"/>
                </a:solidFill>
              </a:defRPr>
            </a:defPPr>
            <a:lvl1pPr algn="l">
              <a:defRPr sz="2550" b="1">
                <a:solidFill>
                  <a:srgbClr val="173B30"/>
                </a:solidFill>
              </a:defRPr>
            </a:lvl1pPr>
            <a:lvl2pPr algn="l">
              <a:defRPr sz="2550" b="1">
                <a:solidFill>
                  <a:srgbClr val="173B30"/>
                </a:solidFill>
              </a:defRPr>
            </a:lvl2pPr>
            <a:lvl3pPr algn="l">
              <a:defRPr sz="2550" b="1">
                <a:solidFill>
                  <a:srgbClr val="173B30"/>
                </a:solidFill>
              </a:defRPr>
            </a:lvl3pPr>
            <a:lvl4pPr algn="l">
              <a:defRPr sz="2550" b="1">
                <a:solidFill>
                  <a:srgbClr val="173B30"/>
                </a:solidFill>
              </a:defRPr>
            </a:lvl4pPr>
            <a:lvl5pPr algn="l">
              <a:defRPr sz="2550" b="1">
                <a:solidFill>
                  <a:srgbClr val="173B30"/>
                </a:solidFill>
              </a:defRPr>
            </a:lvl5pPr>
            <a:lvl6pPr algn="l">
              <a:defRPr sz="2550" b="1">
                <a:solidFill>
                  <a:srgbClr val="173B30"/>
                </a:solidFill>
              </a:defRPr>
            </a:lvl6pPr>
            <a:lvl7pPr algn="l">
              <a:defRPr sz="2550" b="1">
                <a:solidFill>
                  <a:srgbClr val="173B30"/>
                </a:solidFill>
              </a:defRPr>
            </a:lvl7pPr>
            <a:lvl8pPr algn="l">
              <a:defRPr sz="2550" b="1">
                <a:solidFill>
                  <a:srgbClr val="173B30"/>
                </a:solidFill>
              </a:defRPr>
            </a:lvl8pPr>
            <a:lvl9pPr algn="l">
              <a:defRPr sz="25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3B30"/>
                </a:solidFill>
              </a:defRPr>
            </a:pPr>
            <a:r>
              <a:rPr sz="2550" b="1">
                <a:solidFill>
                  <a:srgbClr val="173B30"/>
                </a:solidFill>
              </a:rPr>
              <a:t>Más de 30 °C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F44717-1899-43C7-BBA7-47D245987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4C6357"/>
                </a:solidFill>
              </a:defRPr>
            </a:defPPr>
            <a:lvl1pPr algn="l">
              <a:defRPr sz="1800" b="0">
                <a:solidFill>
                  <a:srgbClr val="4C6357"/>
                </a:solidFill>
              </a:defRPr>
            </a:lvl1pPr>
            <a:lvl2pPr algn="l">
              <a:defRPr sz="1800" b="0">
                <a:solidFill>
                  <a:srgbClr val="4C6357"/>
                </a:solidFill>
              </a:defRPr>
            </a:lvl2pPr>
            <a:lvl3pPr algn="l">
              <a:defRPr sz="1800" b="0">
                <a:solidFill>
                  <a:srgbClr val="4C6357"/>
                </a:solidFill>
              </a:defRPr>
            </a:lvl3pPr>
            <a:lvl4pPr algn="l">
              <a:defRPr sz="1800" b="0">
                <a:solidFill>
                  <a:srgbClr val="4C6357"/>
                </a:solidFill>
              </a:defRPr>
            </a:lvl4pPr>
            <a:lvl5pPr algn="l">
              <a:defRPr sz="1800" b="0">
                <a:solidFill>
                  <a:srgbClr val="4C6357"/>
                </a:solidFill>
              </a:defRPr>
            </a:lvl5pPr>
            <a:lvl6pPr algn="l">
              <a:defRPr sz="1800" b="0">
                <a:solidFill>
                  <a:srgbClr val="4C6357"/>
                </a:solidFill>
              </a:defRPr>
            </a:lvl6pPr>
            <a:lvl7pPr algn="l">
              <a:defRPr sz="1800" b="0">
                <a:solidFill>
                  <a:srgbClr val="4C6357"/>
                </a:solidFill>
              </a:defRPr>
            </a:lvl7pPr>
            <a:lvl8pPr algn="l">
              <a:defRPr sz="1800" b="0">
                <a:solidFill>
                  <a:srgbClr val="4C6357"/>
                </a:solidFill>
              </a:defRPr>
            </a:lvl8pPr>
            <a:lvl9pPr algn="l">
              <a:defRPr sz="1800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C6357"/>
                </a:solidFill>
              </a:defRPr>
            </a:pPr>
            <a:r>
              <a:rPr sz="1800" b="0">
                <a:solidFill>
                  <a:srgbClr val="4C6357"/>
                </a:solidFill>
              </a:rPr>
              <a:t>El ESP32 enciende el indicador.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1634B8-2E4B-4535-9F1E-0B32BFEB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73B30"/>
                </a:solidFill>
              </a:defRPr>
            </a:defPPr>
            <a:lvl1pPr algn="l">
              <a:defRPr sz="2550" b="1">
                <a:solidFill>
                  <a:srgbClr val="173B30"/>
                </a:solidFill>
              </a:defRPr>
            </a:lvl1pPr>
            <a:lvl2pPr algn="l">
              <a:defRPr sz="2550" b="1">
                <a:solidFill>
                  <a:srgbClr val="173B30"/>
                </a:solidFill>
              </a:defRPr>
            </a:lvl2pPr>
            <a:lvl3pPr algn="l">
              <a:defRPr sz="2550" b="1">
                <a:solidFill>
                  <a:srgbClr val="173B30"/>
                </a:solidFill>
              </a:defRPr>
            </a:lvl3pPr>
            <a:lvl4pPr algn="l">
              <a:defRPr sz="2550" b="1">
                <a:solidFill>
                  <a:srgbClr val="173B30"/>
                </a:solidFill>
              </a:defRPr>
            </a:lvl4pPr>
            <a:lvl5pPr algn="l">
              <a:defRPr sz="2550" b="1">
                <a:solidFill>
                  <a:srgbClr val="173B30"/>
                </a:solidFill>
              </a:defRPr>
            </a:lvl5pPr>
            <a:lvl6pPr algn="l">
              <a:defRPr sz="2550" b="1">
                <a:solidFill>
                  <a:srgbClr val="173B30"/>
                </a:solidFill>
              </a:defRPr>
            </a:lvl6pPr>
            <a:lvl7pPr algn="l">
              <a:defRPr sz="2550" b="1">
                <a:solidFill>
                  <a:srgbClr val="173B30"/>
                </a:solidFill>
              </a:defRPr>
            </a:lvl7pPr>
            <a:lvl8pPr algn="l">
              <a:defRPr sz="2550" b="1">
                <a:solidFill>
                  <a:srgbClr val="173B30"/>
                </a:solidFill>
              </a:defRPr>
            </a:lvl8pPr>
            <a:lvl9pPr algn="l">
              <a:defRPr sz="25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3B30"/>
                </a:solidFill>
              </a:defRPr>
            </a:pPr>
            <a:r>
              <a:rPr sz="2550" b="1">
                <a:solidFill>
                  <a:srgbClr val="173B30"/>
                </a:solidFill>
              </a:rPr>
              <a:t>Menos de 27 °C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B1CC47-767C-4102-A9B6-A15127CC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955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4C6357"/>
                </a:solidFill>
              </a:defRPr>
            </a:defPPr>
            <a:lvl1pPr algn="l">
              <a:defRPr sz="1800" b="0">
                <a:solidFill>
                  <a:srgbClr val="4C6357"/>
                </a:solidFill>
              </a:defRPr>
            </a:lvl1pPr>
            <a:lvl2pPr algn="l">
              <a:defRPr sz="1800" b="0">
                <a:solidFill>
                  <a:srgbClr val="4C6357"/>
                </a:solidFill>
              </a:defRPr>
            </a:lvl2pPr>
            <a:lvl3pPr algn="l">
              <a:defRPr sz="1800" b="0">
                <a:solidFill>
                  <a:srgbClr val="4C6357"/>
                </a:solidFill>
              </a:defRPr>
            </a:lvl3pPr>
            <a:lvl4pPr algn="l">
              <a:defRPr sz="1800" b="0">
                <a:solidFill>
                  <a:srgbClr val="4C6357"/>
                </a:solidFill>
              </a:defRPr>
            </a:lvl4pPr>
            <a:lvl5pPr algn="l">
              <a:defRPr sz="1800" b="0">
                <a:solidFill>
                  <a:srgbClr val="4C6357"/>
                </a:solidFill>
              </a:defRPr>
            </a:lvl5pPr>
            <a:lvl6pPr algn="l">
              <a:defRPr sz="1800" b="0">
                <a:solidFill>
                  <a:srgbClr val="4C6357"/>
                </a:solidFill>
              </a:defRPr>
            </a:lvl6pPr>
            <a:lvl7pPr algn="l">
              <a:defRPr sz="1800" b="0">
                <a:solidFill>
                  <a:srgbClr val="4C6357"/>
                </a:solidFill>
              </a:defRPr>
            </a:lvl7pPr>
            <a:lvl8pPr algn="l">
              <a:defRPr sz="1800" b="0">
                <a:solidFill>
                  <a:srgbClr val="4C6357"/>
                </a:solidFill>
              </a:defRPr>
            </a:lvl8pPr>
            <a:lvl9pPr algn="l">
              <a:defRPr sz="1800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C6357"/>
                </a:solidFill>
              </a:defRPr>
            </a:pPr>
            <a:r>
              <a:rPr sz="1800" b="0">
                <a:solidFill>
                  <a:srgbClr val="4C6357"/>
                </a:solidFill>
              </a:rPr>
              <a:t>El ESP32 apaga el indicador.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8AAF7-8D69-46CE-9845-996C408E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10191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9E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C6791F-3B4D-456F-BF1B-C130B304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14750"/>
            <a:ext cx="1000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17251F"/>
                </a:solidFill>
              </a:defRPr>
            </a:defPPr>
            <a:lvl1pPr algn="l">
              <a:defRPr sz="2250" b="1">
                <a:solidFill>
                  <a:srgbClr val="17251F"/>
                </a:solidFill>
              </a:defRPr>
            </a:lvl1pPr>
            <a:lvl2pPr algn="l">
              <a:defRPr sz="2250" b="1">
                <a:solidFill>
                  <a:srgbClr val="17251F"/>
                </a:solidFill>
              </a:defRPr>
            </a:lvl2pPr>
            <a:lvl3pPr algn="l">
              <a:defRPr sz="2250" b="1">
                <a:solidFill>
                  <a:srgbClr val="17251F"/>
                </a:solidFill>
              </a:defRPr>
            </a:lvl3pPr>
            <a:lvl4pPr algn="l">
              <a:defRPr sz="2250" b="1">
                <a:solidFill>
                  <a:srgbClr val="17251F"/>
                </a:solidFill>
              </a:defRPr>
            </a:lvl4pPr>
            <a:lvl5pPr algn="l">
              <a:defRPr sz="2250" b="1">
                <a:solidFill>
                  <a:srgbClr val="17251F"/>
                </a:solidFill>
              </a:defRPr>
            </a:lvl5pPr>
            <a:lvl6pPr algn="l">
              <a:defRPr sz="2250" b="1">
                <a:solidFill>
                  <a:srgbClr val="17251F"/>
                </a:solidFill>
              </a:defRPr>
            </a:lvl6pPr>
            <a:lvl7pPr algn="l">
              <a:defRPr sz="2250" b="1">
                <a:solidFill>
                  <a:srgbClr val="17251F"/>
                </a:solidFill>
              </a:defRPr>
            </a:lvl7pPr>
            <a:lvl8pPr algn="l">
              <a:defRPr sz="2250" b="1">
                <a:solidFill>
                  <a:srgbClr val="17251F"/>
                </a:solidFill>
              </a:defRPr>
            </a:lvl8pPr>
            <a:lvl9pPr algn="l">
              <a:defRPr sz="2250" b="1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51F"/>
                </a:solidFill>
              </a:defRPr>
            </a:pPr>
            <a:r>
              <a:rPr sz="2250" b="1">
                <a:solidFill>
                  <a:srgbClr val="17251F"/>
                </a:solidFill>
              </a:rPr>
              <a:t>Entre 27 °C y 30 °C conserva el estado anterior.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692DFB-EEA9-4B57-89F1-BAC7B3C9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4C6357"/>
                </a:solidFill>
              </a:defRPr>
            </a:defPPr>
            <a:lvl1pPr algn="l">
              <a:defRPr sz="1650" b="0">
                <a:solidFill>
                  <a:srgbClr val="4C6357"/>
                </a:solidFill>
              </a:defRPr>
            </a:lvl1pPr>
            <a:lvl2pPr algn="l">
              <a:defRPr sz="1650" b="0">
                <a:solidFill>
                  <a:srgbClr val="4C6357"/>
                </a:solidFill>
              </a:defRPr>
            </a:lvl2pPr>
            <a:lvl3pPr algn="l">
              <a:defRPr sz="1650" b="0">
                <a:solidFill>
                  <a:srgbClr val="4C6357"/>
                </a:solidFill>
              </a:defRPr>
            </a:lvl3pPr>
            <a:lvl4pPr algn="l">
              <a:defRPr sz="1650" b="0">
                <a:solidFill>
                  <a:srgbClr val="4C6357"/>
                </a:solidFill>
              </a:defRPr>
            </a:lvl4pPr>
            <a:lvl5pPr algn="l">
              <a:defRPr sz="1650" b="0">
                <a:solidFill>
                  <a:srgbClr val="4C6357"/>
                </a:solidFill>
              </a:defRPr>
            </a:lvl5pPr>
            <a:lvl6pPr algn="l">
              <a:defRPr sz="1650" b="0">
                <a:solidFill>
                  <a:srgbClr val="4C6357"/>
                </a:solidFill>
              </a:defRPr>
            </a:lvl6pPr>
            <a:lvl7pPr algn="l">
              <a:defRPr sz="1650" b="0">
                <a:solidFill>
                  <a:srgbClr val="4C6357"/>
                </a:solidFill>
              </a:defRPr>
            </a:lvl7pPr>
            <a:lvl8pPr algn="l">
              <a:defRPr sz="1650" b="0">
                <a:solidFill>
                  <a:srgbClr val="4C6357"/>
                </a:solidFill>
              </a:defRPr>
            </a:lvl8pPr>
            <a:lvl9pPr algn="l">
              <a:defRPr sz="1650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C6357"/>
                </a:solidFill>
              </a:defRPr>
            </a:pPr>
            <a:r>
              <a:rPr sz="1650" b="0">
                <a:solidFill>
                  <a:srgbClr val="4C6357"/>
                </a:solidFill>
              </a:rPr>
              <a:t>Esta histéresis evita cambios repetidos cerca de un único umbral. La regla sigue funcionando si se pierde la conexión.</a:t>
            </a:r>
          </a:p>
        </p:txBody>
      </p:sp>
    </p:spTree>
    <p:extLst>
      <p:ext uri="{BB962C8B-B14F-4D97-AF65-F5344CB8AC3E}">
        <p14:creationId xmlns:p14="http://schemas.microsoft.com/office/powerpoint/2010/main" val="4461654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C3FF23-F861-4307-9DFA-2DDCA544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D9B08F-6064-4F76-B986-9E273C7F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0744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73B30"/>
                </a:solidFill>
              </a:defRPr>
            </a:defPPr>
            <a:lvl1pPr algn="l">
              <a:defRPr sz="2850" b="1">
                <a:solidFill>
                  <a:srgbClr val="173B30"/>
                </a:solidFill>
              </a:defRPr>
            </a:lvl1pPr>
            <a:lvl2pPr algn="l">
              <a:defRPr sz="2850" b="1">
                <a:solidFill>
                  <a:srgbClr val="173B30"/>
                </a:solidFill>
              </a:defRPr>
            </a:lvl2pPr>
            <a:lvl3pPr algn="l">
              <a:defRPr sz="2850" b="1">
                <a:solidFill>
                  <a:srgbClr val="173B30"/>
                </a:solidFill>
              </a:defRPr>
            </a:lvl3pPr>
            <a:lvl4pPr algn="l">
              <a:defRPr sz="2850" b="1">
                <a:solidFill>
                  <a:srgbClr val="173B30"/>
                </a:solidFill>
              </a:defRPr>
            </a:lvl4pPr>
            <a:lvl5pPr algn="l">
              <a:defRPr sz="2850" b="1">
                <a:solidFill>
                  <a:srgbClr val="173B30"/>
                </a:solidFill>
              </a:defRPr>
            </a:lvl5pPr>
            <a:lvl6pPr algn="l">
              <a:defRPr sz="2850" b="1">
                <a:solidFill>
                  <a:srgbClr val="173B30"/>
                </a:solidFill>
              </a:defRPr>
            </a:lvl6pPr>
            <a:lvl7pPr algn="l">
              <a:defRPr sz="2850" b="1">
                <a:solidFill>
                  <a:srgbClr val="173B30"/>
                </a:solidFill>
              </a:defRPr>
            </a:lvl7pPr>
            <a:lvl8pPr algn="l">
              <a:defRPr sz="2850" b="1">
                <a:solidFill>
                  <a:srgbClr val="173B30"/>
                </a:solidFill>
              </a:defRPr>
            </a:lvl8pPr>
            <a:lvl9pPr algn="l">
              <a:defRPr sz="28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3B30"/>
                </a:solidFill>
              </a:defRPr>
            </a:pPr>
            <a:r>
              <a:rPr sz="2850" b="1">
                <a:solidFill>
                  <a:srgbClr val="173B30"/>
                </a:solidFill>
              </a:rPr>
              <a:t>Recorrido de una lectura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F11D21-5B01-45C2-8C12-0A5DB1FB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4C6357"/>
                </a:solidFill>
              </a:defRPr>
            </a:defPPr>
            <a:lvl1pPr algn="l">
              <a:defRPr sz="1050" b="0">
                <a:solidFill>
                  <a:srgbClr val="4C6357"/>
                </a:solidFill>
              </a:defRPr>
            </a:lvl1pPr>
            <a:lvl2pPr algn="l">
              <a:defRPr sz="1050" b="0">
                <a:solidFill>
                  <a:srgbClr val="4C6357"/>
                </a:solidFill>
              </a:defRPr>
            </a:lvl2pPr>
            <a:lvl3pPr algn="l">
              <a:defRPr sz="1050" b="0">
                <a:solidFill>
                  <a:srgbClr val="4C6357"/>
                </a:solidFill>
              </a:defRPr>
            </a:lvl3pPr>
            <a:lvl4pPr algn="l">
              <a:defRPr sz="1050" b="0">
                <a:solidFill>
                  <a:srgbClr val="4C6357"/>
                </a:solidFill>
              </a:defRPr>
            </a:lvl4pPr>
            <a:lvl5pPr algn="l">
              <a:defRPr sz="1050" b="0">
                <a:solidFill>
                  <a:srgbClr val="4C6357"/>
                </a:solidFill>
              </a:defRPr>
            </a:lvl5pPr>
            <a:lvl6pPr algn="l">
              <a:defRPr sz="1050" b="0">
                <a:solidFill>
                  <a:srgbClr val="4C6357"/>
                </a:solidFill>
              </a:defRPr>
            </a:lvl6pPr>
            <a:lvl7pPr algn="l">
              <a:defRPr sz="1050" b="0">
                <a:solidFill>
                  <a:srgbClr val="4C6357"/>
                </a:solidFill>
              </a:defRPr>
            </a:lvl7pPr>
            <a:lvl8pPr algn="l">
              <a:defRPr sz="1050" b="0">
                <a:solidFill>
                  <a:srgbClr val="4C6357"/>
                </a:solidFill>
              </a:defRPr>
            </a:lvl8pPr>
            <a:lvl9pPr algn="l">
              <a:defRPr sz="1050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4C6357"/>
                </a:solidFill>
              </a:defRPr>
            </a:pPr>
            <a:r>
              <a:rPr sz="1050" b="0">
                <a:solidFill>
                  <a:srgbClr val="4C6357"/>
                </a:solidFill>
              </a:rPr>
              <a:t>Savia IoT  | 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CFFD04-4EFF-4C8C-B4C9-76FE8B63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190750"/>
            <a:ext cx="252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73B30"/>
                </a:solidFill>
              </a:defRPr>
            </a:defPPr>
            <a:lvl1pPr algn="l">
              <a:defRPr sz="1950" b="1">
                <a:solidFill>
                  <a:srgbClr val="173B30"/>
                </a:solidFill>
              </a:defRPr>
            </a:lvl1pPr>
            <a:lvl2pPr algn="l">
              <a:defRPr sz="1950" b="1">
                <a:solidFill>
                  <a:srgbClr val="173B30"/>
                </a:solidFill>
              </a:defRPr>
            </a:lvl2pPr>
            <a:lvl3pPr algn="l">
              <a:defRPr sz="1950" b="1">
                <a:solidFill>
                  <a:srgbClr val="173B30"/>
                </a:solidFill>
              </a:defRPr>
            </a:lvl3pPr>
            <a:lvl4pPr algn="l">
              <a:defRPr sz="1950" b="1">
                <a:solidFill>
                  <a:srgbClr val="173B30"/>
                </a:solidFill>
              </a:defRPr>
            </a:lvl4pPr>
            <a:lvl5pPr algn="l">
              <a:defRPr sz="1950" b="1">
                <a:solidFill>
                  <a:srgbClr val="173B30"/>
                </a:solidFill>
              </a:defRPr>
            </a:lvl5pPr>
            <a:lvl6pPr algn="l">
              <a:defRPr sz="1950" b="1">
                <a:solidFill>
                  <a:srgbClr val="173B30"/>
                </a:solidFill>
              </a:defRPr>
            </a:lvl6pPr>
            <a:lvl7pPr algn="l">
              <a:defRPr sz="1950" b="1">
                <a:solidFill>
                  <a:srgbClr val="173B30"/>
                </a:solidFill>
              </a:defRPr>
            </a:lvl7pPr>
            <a:lvl8pPr algn="l">
              <a:defRPr sz="1950" b="1">
                <a:solidFill>
                  <a:srgbClr val="173B30"/>
                </a:solidFill>
              </a:defRPr>
            </a:lvl8pPr>
            <a:lvl9pPr algn="l">
              <a:defRPr sz="19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3B30"/>
                </a:solidFill>
              </a:defRPr>
            </a:pPr>
            <a:r>
              <a:rPr sz="1950" b="1">
                <a:solidFill>
                  <a:srgbClr val="173B30"/>
                </a:solidFill>
              </a:rPr>
              <a:t>DHT22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82E7EC-BA7F-4499-935C-83E035D0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809875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1A4ADD-484F-4DD0-BAC4-7CCA22D9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019425"/>
            <a:ext cx="2524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4C6357"/>
                </a:solidFill>
              </a:defRPr>
            </a:defPPr>
            <a:lvl1pPr algn="l">
              <a:defRPr sz="1575" b="0">
                <a:solidFill>
                  <a:srgbClr val="4C6357"/>
                </a:solidFill>
              </a:defRPr>
            </a:lvl1pPr>
            <a:lvl2pPr algn="l">
              <a:defRPr sz="1575" b="0">
                <a:solidFill>
                  <a:srgbClr val="4C6357"/>
                </a:solidFill>
              </a:defRPr>
            </a:lvl2pPr>
            <a:lvl3pPr algn="l">
              <a:defRPr sz="1575" b="0">
                <a:solidFill>
                  <a:srgbClr val="4C6357"/>
                </a:solidFill>
              </a:defRPr>
            </a:lvl3pPr>
            <a:lvl4pPr algn="l">
              <a:defRPr sz="1575" b="0">
                <a:solidFill>
                  <a:srgbClr val="4C6357"/>
                </a:solidFill>
              </a:defRPr>
            </a:lvl4pPr>
            <a:lvl5pPr algn="l">
              <a:defRPr sz="1575" b="0">
                <a:solidFill>
                  <a:srgbClr val="4C6357"/>
                </a:solidFill>
              </a:defRPr>
            </a:lvl5pPr>
            <a:lvl6pPr algn="l">
              <a:defRPr sz="1575" b="0">
                <a:solidFill>
                  <a:srgbClr val="4C6357"/>
                </a:solidFill>
              </a:defRPr>
            </a:lvl6pPr>
            <a:lvl7pPr algn="l">
              <a:defRPr sz="1575" b="0">
                <a:solidFill>
                  <a:srgbClr val="4C6357"/>
                </a:solidFill>
              </a:defRPr>
            </a:lvl7pPr>
            <a:lvl8pPr algn="l">
              <a:defRPr sz="1575" b="0">
                <a:solidFill>
                  <a:srgbClr val="4C6357"/>
                </a:solidFill>
              </a:defRPr>
            </a:lvl8pPr>
            <a:lvl9pPr algn="l">
              <a:defRPr sz="1575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C6357"/>
                </a:solidFill>
              </a:defRPr>
            </a:pPr>
            <a:r>
              <a:rPr sz="1575" b="0">
                <a:solidFill>
                  <a:srgbClr val="4C6357"/>
                </a:solidFill>
              </a:rPr>
              <a:t>mide aire interior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3D0BF0-4C66-4CB5-9008-2CB6AC5F8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305050"/>
            <a:ext cx="428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700" b="1">
                <a:solidFill>
                  <a:srgbClr val="277A53"/>
                </a:solidFill>
              </a:defRPr>
            </a:defPPr>
            <a:lvl1pPr algn="l">
              <a:defRPr sz="2700" b="1">
                <a:solidFill>
                  <a:srgbClr val="277A53"/>
                </a:solidFill>
              </a:defRPr>
            </a:lvl1pPr>
            <a:lvl2pPr algn="l">
              <a:defRPr sz="2700" b="1">
                <a:solidFill>
                  <a:srgbClr val="277A53"/>
                </a:solidFill>
              </a:defRPr>
            </a:lvl2pPr>
            <a:lvl3pPr algn="l">
              <a:defRPr sz="2700" b="1">
                <a:solidFill>
                  <a:srgbClr val="277A53"/>
                </a:solidFill>
              </a:defRPr>
            </a:lvl3pPr>
            <a:lvl4pPr algn="l">
              <a:defRPr sz="2700" b="1">
                <a:solidFill>
                  <a:srgbClr val="277A53"/>
                </a:solidFill>
              </a:defRPr>
            </a:lvl4pPr>
            <a:lvl5pPr algn="l">
              <a:defRPr sz="2700" b="1">
                <a:solidFill>
                  <a:srgbClr val="277A53"/>
                </a:solidFill>
              </a:defRPr>
            </a:lvl5pPr>
            <a:lvl6pPr algn="l">
              <a:defRPr sz="2700" b="1">
                <a:solidFill>
                  <a:srgbClr val="277A53"/>
                </a:solidFill>
              </a:defRPr>
            </a:lvl6pPr>
            <a:lvl7pPr algn="l">
              <a:defRPr sz="2700" b="1">
                <a:solidFill>
                  <a:srgbClr val="277A53"/>
                </a:solidFill>
              </a:defRPr>
            </a:lvl7pPr>
            <a:lvl8pPr algn="l">
              <a:defRPr sz="2700" b="1">
                <a:solidFill>
                  <a:srgbClr val="277A53"/>
                </a:solidFill>
              </a:defRPr>
            </a:lvl8pPr>
            <a:lvl9pPr algn="l">
              <a:defRPr sz="2700" b="1">
                <a:solidFill>
                  <a:srgbClr val="277A53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277A53"/>
                </a:solidFill>
              </a:defRPr>
            </a:pPr>
            <a:r>
              <a:rPr sz="2700" b="1">
                <a:solidFill>
                  <a:srgbClr val="277A53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C0BBED-AC61-4101-A361-620719C92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90750"/>
            <a:ext cx="252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73B30"/>
                </a:solidFill>
              </a:defRPr>
            </a:defPPr>
            <a:lvl1pPr algn="l">
              <a:defRPr sz="1950" b="1">
                <a:solidFill>
                  <a:srgbClr val="173B30"/>
                </a:solidFill>
              </a:defRPr>
            </a:lvl1pPr>
            <a:lvl2pPr algn="l">
              <a:defRPr sz="1950" b="1">
                <a:solidFill>
                  <a:srgbClr val="173B30"/>
                </a:solidFill>
              </a:defRPr>
            </a:lvl2pPr>
            <a:lvl3pPr algn="l">
              <a:defRPr sz="1950" b="1">
                <a:solidFill>
                  <a:srgbClr val="173B30"/>
                </a:solidFill>
              </a:defRPr>
            </a:lvl3pPr>
            <a:lvl4pPr algn="l">
              <a:defRPr sz="1950" b="1">
                <a:solidFill>
                  <a:srgbClr val="173B30"/>
                </a:solidFill>
              </a:defRPr>
            </a:lvl4pPr>
            <a:lvl5pPr algn="l">
              <a:defRPr sz="1950" b="1">
                <a:solidFill>
                  <a:srgbClr val="173B30"/>
                </a:solidFill>
              </a:defRPr>
            </a:lvl5pPr>
            <a:lvl6pPr algn="l">
              <a:defRPr sz="1950" b="1">
                <a:solidFill>
                  <a:srgbClr val="173B30"/>
                </a:solidFill>
              </a:defRPr>
            </a:lvl6pPr>
            <a:lvl7pPr algn="l">
              <a:defRPr sz="1950" b="1">
                <a:solidFill>
                  <a:srgbClr val="173B30"/>
                </a:solidFill>
              </a:defRPr>
            </a:lvl7pPr>
            <a:lvl8pPr algn="l">
              <a:defRPr sz="1950" b="1">
                <a:solidFill>
                  <a:srgbClr val="173B30"/>
                </a:solidFill>
              </a:defRPr>
            </a:lvl8pPr>
            <a:lvl9pPr algn="l">
              <a:defRPr sz="19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3B30"/>
                </a:solidFill>
              </a:defRPr>
            </a:pPr>
            <a:r>
              <a:rPr sz="1950" b="1">
                <a:solidFill>
                  <a:srgbClr val="173B30"/>
                </a:solidFill>
              </a:rPr>
              <a:t>ESP32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0FCDE9-4B06-42F3-9E59-D464FD2A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9875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955B84-C778-4ED1-B02E-DE630C05C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19425"/>
            <a:ext cx="2524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4C6357"/>
                </a:solidFill>
              </a:defRPr>
            </a:defPPr>
            <a:lvl1pPr algn="l">
              <a:defRPr sz="1575" b="0">
                <a:solidFill>
                  <a:srgbClr val="4C6357"/>
                </a:solidFill>
              </a:defRPr>
            </a:lvl1pPr>
            <a:lvl2pPr algn="l">
              <a:defRPr sz="1575" b="0">
                <a:solidFill>
                  <a:srgbClr val="4C6357"/>
                </a:solidFill>
              </a:defRPr>
            </a:lvl2pPr>
            <a:lvl3pPr algn="l">
              <a:defRPr sz="1575" b="0">
                <a:solidFill>
                  <a:srgbClr val="4C6357"/>
                </a:solidFill>
              </a:defRPr>
            </a:lvl3pPr>
            <a:lvl4pPr algn="l">
              <a:defRPr sz="1575" b="0">
                <a:solidFill>
                  <a:srgbClr val="4C6357"/>
                </a:solidFill>
              </a:defRPr>
            </a:lvl4pPr>
            <a:lvl5pPr algn="l">
              <a:defRPr sz="1575" b="0">
                <a:solidFill>
                  <a:srgbClr val="4C6357"/>
                </a:solidFill>
              </a:defRPr>
            </a:lvl5pPr>
            <a:lvl6pPr algn="l">
              <a:defRPr sz="1575" b="0">
                <a:solidFill>
                  <a:srgbClr val="4C6357"/>
                </a:solidFill>
              </a:defRPr>
            </a:lvl6pPr>
            <a:lvl7pPr algn="l">
              <a:defRPr sz="1575" b="0">
                <a:solidFill>
                  <a:srgbClr val="4C6357"/>
                </a:solidFill>
              </a:defRPr>
            </a:lvl7pPr>
            <a:lvl8pPr algn="l">
              <a:defRPr sz="1575" b="0">
                <a:solidFill>
                  <a:srgbClr val="4C6357"/>
                </a:solidFill>
              </a:defRPr>
            </a:lvl8pPr>
            <a:lvl9pPr algn="l">
              <a:defRPr sz="1575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C6357"/>
                </a:solidFill>
              </a:defRPr>
            </a:pPr>
            <a:r>
              <a:rPr sz="1575" b="0">
                <a:solidFill>
                  <a:srgbClr val="4C6357"/>
                </a:solidFill>
              </a:rPr>
              <a:t>publica por MQTT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AE6F9-10C0-4E62-9B7E-BB0AE0AB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05050"/>
            <a:ext cx="428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700" b="1">
                <a:solidFill>
                  <a:srgbClr val="277A53"/>
                </a:solidFill>
              </a:defRPr>
            </a:defPPr>
            <a:lvl1pPr algn="l">
              <a:defRPr sz="2700" b="1">
                <a:solidFill>
                  <a:srgbClr val="277A53"/>
                </a:solidFill>
              </a:defRPr>
            </a:lvl1pPr>
            <a:lvl2pPr algn="l">
              <a:defRPr sz="2700" b="1">
                <a:solidFill>
                  <a:srgbClr val="277A53"/>
                </a:solidFill>
              </a:defRPr>
            </a:lvl2pPr>
            <a:lvl3pPr algn="l">
              <a:defRPr sz="2700" b="1">
                <a:solidFill>
                  <a:srgbClr val="277A53"/>
                </a:solidFill>
              </a:defRPr>
            </a:lvl3pPr>
            <a:lvl4pPr algn="l">
              <a:defRPr sz="2700" b="1">
                <a:solidFill>
                  <a:srgbClr val="277A53"/>
                </a:solidFill>
              </a:defRPr>
            </a:lvl4pPr>
            <a:lvl5pPr algn="l">
              <a:defRPr sz="2700" b="1">
                <a:solidFill>
                  <a:srgbClr val="277A53"/>
                </a:solidFill>
              </a:defRPr>
            </a:lvl5pPr>
            <a:lvl6pPr algn="l">
              <a:defRPr sz="2700" b="1">
                <a:solidFill>
                  <a:srgbClr val="277A53"/>
                </a:solidFill>
              </a:defRPr>
            </a:lvl6pPr>
            <a:lvl7pPr algn="l">
              <a:defRPr sz="2700" b="1">
                <a:solidFill>
                  <a:srgbClr val="277A53"/>
                </a:solidFill>
              </a:defRPr>
            </a:lvl7pPr>
            <a:lvl8pPr algn="l">
              <a:defRPr sz="2700" b="1">
                <a:solidFill>
                  <a:srgbClr val="277A53"/>
                </a:solidFill>
              </a:defRPr>
            </a:lvl8pPr>
            <a:lvl9pPr algn="l">
              <a:defRPr sz="2700" b="1">
                <a:solidFill>
                  <a:srgbClr val="277A53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277A53"/>
                </a:solidFill>
              </a:defRPr>
            </a:pPr>
            <a:r>
              <a:rPr sz="2700" b="1">
                <a:solidFill>
                  <a:srgbClr val="277A53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6896D6-4B31-4356-966C-CAC2E3C9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190750"/>
            <a:ext cx="252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73B30"/>
                </a:solidFill>
              </a:defRPr>
            </a:defPPr>
            <a:lvl1pPr algn="l">
              <a:defRPr sz="1950" b="1">
                <a:solidFill>
                  <a:srgbClr val="173B30"/>
                </a:solidFill>
              </a:defRPr>
            </a:lvl1pPr>
            <a:lvl2pPr algn="l">
              <a:defRPr sz="1950" b="1">
                <a:solidFill>
                  <a:srgbClr val="173B30"/>
                </a:solidFill>
              </a:defRPr>
            </a:lvl2pPr>
            <a:lvl3pPr algn="l">
              <a:defRPr sz="1950" b="1">
                <a:solidFill>
                  <a:srgbClr val="173B30"/>
                </a:solidFill>
              </a:defRPr>
            </a:lvl3pPr>
            <a:lvl4pPr algn="l">
              <a:defRPr sz="1950" b="1">
                <a:solidFill>
                  <a:srgbClr val="173B30"/>
                </a:solidFill>
              </a:defRPr>
            </a:lvl4pPr>
            <a:lvl5pPr algn="l">
              <a:defRPr sz="1950" b="1">
                <a:solidFill>
                  <a:srgbClr val="173B30"/>
                </a:solidFill>
              </a:defRPr>
            </a:lvl5pPr>
            <a:lvl6pPr algn="l">
              <a:defRPr sz="1950" b="1">
                <a:solidFill>
                  <a:srgbClr val="173B30"/>
                </a:solidFill>
              </a:defRPr>
            </a:lvl6pPr>
            <a:lvl7pPr algn="l">
              <a:defRPr sz="1950" b="1">
                <a:solidFill>
                  <a:srgbClr val="173B30"/>
                </a:solidFill>
              </a:defRPr>
            </a:lvl7pPr>
            <a:lvl8pPr algn="l">
              <a:defRPr sz="1950" b="1">
                <a:solidFill>
                  <a:srgbClr val="173B30"/>
                </a:solidFill>
              </a:defRPr>
            </a:lvl8pPr>
            <a:lvl9pPr algn="l">
              <a:defRPr sz="19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3B30"/>
                </a:solidFill>
              </a:defRPr>
            </a:pPr>
            <a:r>
              <a:rPr sz="1950" b="1">
                <a:solidFill>
                  <a:srgbClr val="173B30"/>
                </a:solidFill>
              </a:rPr>
              <a:t>Ubuntu en AWS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F5AE88-3B1B-4CF7-B696-D153A4B1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809875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0AEE66-37A1-410D-B1E1-A3D0B471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019425"/>
            <a:ext cx="2524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4C6357"/>
                </a:solidFill>
              </a:defRPr>
            </a:defPPr>
            <a:lvl1pPr algn="l">
              <a:defRPr sz="1575" b="0">
                <a:solidFill>
                  <a:srgbClr val="4C6357"/>
                </a:solidFill>
              </a:defRPr>
            </a:lvl1pPr>
            <a:lvl2pPr algn="l">
              <a:defRPr sz="1575" b="0">
                <a:solidFill>
                  <a:srgbClr val="4C6357"/>
                </a:solidFill>
              </a:defRPr>
            </a:lvl2pPr>
            <a:lvl3pPr algn="l">
              <a:defRPr sz="1575" b="0">
                <a:solidFill>
                  <a:srgbClr val="4C6357"/>
                </a:solidFill>
              </a:defRPr>
            </a:lvl3pPr>
            <a:lvl4pPr algn="l">
              <a:defRPr sz="1575" b="0">
                <a:solidFill>
                  <a:srgbClr val="4C6357"/>
                </a:solidFill>
              </a:defRPr>
            </a:lvl4pPr>
            <a:lvl5pPr algn="l">
              <a:defRPr sz="1575" b="0">
                <a:solidFill>
                  <a:srgbClr val="4C6357"/>
                </a:solidFill>
              </a:defRPr>
            </a:lvl5pPr>
            <a:lvl6pPr algn="l">
              <a:defRPr sz="1575" b="0">
                <a:solidFill>
                  <a:srgbClr val="4C6357"/>
                </a:solidFill>
              </a:defRPr>
            </a:lvl6pPr>
            <a:lvl7pPr algn="l">
              <a:defRPr sz="1575" b="0">
                <a:solidFill>
                  <a:srgbClr val="4C6357"/>
                </a:solidFill>
              </a:defRPr>
            </a:lvl7pPr>
            <a:lvl8pPr algn="l">
              <a:defRPr sz="1575" b="0">
                <a:solidFill>
                  <a:srgbClr val="4C6357"/>
                </a:solidFill>
              </a:defRPr>
            </a:lvl8pPr>
            <a:lvl9pPr algn="l">
              <a:defRPr sz="1575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C6357"/>
                </a:solidFill>
              </a:defRPr>
            </a:pPr>
            <a:r>
              <a:rPr sz="1575" b="0">
                <a:solidFill>
                  <a:srgbClr val="4C6357"/>
                </a:solidFill>
              </a:rPr>
              <a:t>puente y aplicación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DE80A0-52AE-42CE-BCE9-765B4AC3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305050"/>
            <a:ext cx="428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700" b="1">
                <a:solidFill>
                  <a:srgbClr val="277A53"/>
                </a:solidFill>
              </a:defRPr>
            </a:defPPr>
            <a:lvl1pPr algn="l">
              <a:defRPr sz="2700" b="1">
                <a:solidFill>
                  <a:srgbClr val="277A53"/>
                </a:solidFill>
              </a:defRPr>
            </a:lvl1pPr>
            <a:lvl2pPr algn="l">
              <a:defRPr sz="2700" b="1">
                <a:solidFill>
                  <a:srgbClr val="277A53"/>
                </a:solidFill>
              </a:defRPr>
            </a:lvl2pPr>
            <a:lvl3pPr algn="l">
              <a:defRPr sz="2700" b="1">
                <a:solidFill>
                  <a:srgbClr val="277A53"/>
                </a:solidFill>
              </a:defRPr>
            </a:lvl3pPr>
            <a:lvl4pPr algn="l">
              <a:defRPr sz="2700" b="1">
                <a:solidFill>
                  <a:srgbClr val="277A53"/>
                </a:solidFill>
              </a:defRPr>
            </a:lvl4pPr>
            <a:lvl5pPr algn="l">
              <a:defRPr sz="2700" b="1">
                <a:solidFill>
                  <a:srgbClr val="277A53"/>
                </a:solidFill>
              </a:defRPr>
            </a:lvl5pPr>
            <a:lvl6pPr algn="l">
              <a:defRPr sz="2700" b="1">
                <a:solidFill>
                  <a:srgbClr val="277A53"/>
                </a:solidFill>
              </a:defRPr>
            </a:lvl6pPr>
            <a:lvl7pPr algn="l">
              <a:defRPr sz="2700" b="1">
                <a:solidFill>
                  <a:srgbClr val="277A53"/>
                </a:solidFill>
              </a:defRPr>
            </a:lvl7pPr>
            <a:lvl8pPr algn="l">
              <a:defRPr sz="2700" b="1">
                <a:solidFill>
                  <a:srgbClr val="277A53"/>
                </a:solidFill>
              </a:defRPr>
            </a:lvl8pPr>
            <a:lvl9pPr algn="l">
              <a:defRPr sz="2700" b="1">
                <a:solidFill>
                  <a:srgbClr val="277A53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277A53"/>
                </a:solidFill>
              </a:defRPr>
            </a:pPr>
            <a:r>
              <a:rPr sz="2700" b="1">
                <a:solidFill>
                  <a:srgbClr val="277A53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BE4CF0-D73C-4144-AF36-A0EBA924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252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73B30"/>
                </a:solidFill>
              </a:defRPr>
            </a:defPPr>
            <a:lvl1pPr algn="l">
              <a:defRPr sz="1950" b="1">
                <a:solidFill>
                  <a:srgbClr val="173B30"/>
                </a:solidFill>
              </a:defRPr>
            </a:lvl1pPr>
            <a:lvl2pPr algn="l">
              <a:defRPr sz="1950" b="1">
                <a:solidFill>
                  <a:srgbClr val="173B30"/>
                </a:solidFill>
              </a:defRPr>
            </a:lvl2pPr>
            <a:lvl3pPr algn="l">
              <a:defRPr sz="1950" b="1">
                <a:solidFill>
                  <a:srgbClr val="173B30"/>
                </a:solidFill>
              </a:defRPr>
            </a:lvl3pPr>
            <a:lvl4pPr algn="l">
              <a:defRPr sz="1950" b="1">
                <a:solidFill>
                  <a:srgbClr val="173B30"/>
                </a:solidFill>
              </a:defRPr>
            </a:lvl4pPr>
            <a:lvl5pPr algn="l">
              <a:defRPr sz="1950" b="1">
                <a:solidFill>
                  <a:srgbClr val="173B30"/>
                </a:solidFill>
              </a:defRPr>
            </a:lvl5pPr>
            <a:lvl6pPr algn="l">
              <a:defRPr sz="1950" b="1">
                <a:solidFill>
                  <a:srgbClr val="173B30"/>
                </a:solidFill>
              </a:defRPr>
            </a:lvl6pPr>
            <a:lvl7pPr algn="l">
              <a:defRPr sz="1950" b="1">
                <a:solidFill>
                  <a:srgbClr val="173B30"/>
                </a:solidFill>
              </a:defRPr>
            </a:lvl7pPr>
            <a:lvl8pPr algn="l">
              <a:defRPr sz="1950" b="1">
                <a:solidFill>
                  <a:srgbClr val="173B30"/>
                </a:solidFill>
              </a:defRPr>
            </a:lvl8pPr>
            <a:lvl9pPr algn="l">
              <a:defRPr sz="19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3B30"/>
                </a:solidFill>
              </a:defRPr>
            </a:pPr>
            <a:r>
              <a:rPr sz="1950" b="1">
                <a:solidFill>
                  <a:srgbClr val="173B30"/>
                </a:solidFill>
              </a:rPr>
              <a:t>PostgreSQL + CSV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2EA555-281A-4475-B2D4-CC6E0B98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09875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8B6A74-450D-46FC-8C18-FBBD4453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19425"/>
            <a:ext cx="2524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4C6357"/>
                </a:solidFill>
              </a:defRPr>
            </a:defPPr>
            <a:lvl1pPr algn="l">
              <a:defRPr sz="1575" b="0">
                <a:solidFill>
                  <a:srgbClr val="4C6357"/>
                </a:solidFill>
              </a:defRPr>
            </a:lvl1pPr>
            <a:lvl2pPr algn="l">
              <a:defRPr sz="1575" b="0">
                <a:solidFill>
                  <a:srgbClr val="4C6357"/>
                </a:solidFill>
              </a:defRPr>
            </a:lvl2pPr>
            <a:lvl3pPr algn="l">
              <a:defRPr sz="1575" b="0">
                <a:solidFill>
                  <a:srgbClr val="4C6357"/>
                </a:solidFill>
              </a:defRPr>
            </a:lvl3pPr>
            <a:lvl4pPr algn="l">
              <a:defRPr sz="1575" b="0">
                <a:solidFill>
                  <a:srgbClr val="4C6357"/>
                </a:solidFill>
              </a:defRPr>
            </a:lvl4pPr>
            <a:lvl5pPr algn="l">
              <a:defRPr sz="1575" b="0">
                <a:solidFill>
                  <a:srgbClr val="4C6357"/>
                </a:solidFill>
              </a:defRPr>
            </a:lvl5pPr>
            <a:lvl6pPr algn="l">
              <a:defRPr sz="1575" b="0">
                <a:solidFill>
                  <a:srgbClr val="4C6357"/>
                </a:solidFill>
              </a:defRPr>
            </a:lvl6pPr>
            <a:lvl7pPr algn="l">
              <a:defRPr sz="1575" b="0">
                <a:solidFill>
                  <a:srgbClr val="4C6357"/>
                </a:solidFill>
              </a:defRPr>
            </a:lvl7pPr>
            <a:lvl8pPr algn="l">
              <a:defRPr sz="1575" b="0">
                <a:solidFill>
                  <a:srgbClr val="4C6357"/>
                </a:solidFill>
              </a:defRPr>
            </a:lvl8pPr>
            <a:lvl9pPr algn="l">
              <a:defRPr sz="1575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C6357"/>
                </a:solidFill>
              </a:defRPr>
            </a:pPr>
            <a:r>
              <a:rPr sz="1575" b="0">
                <a:solidFill>
                  <a:srgbClr val="4C6357"/>
                </a:solidFill>
              </a:rPr>
              <a:t>almacenan la lectura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36245E-B849-4551-805D-C8D7556D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17251F"/>
                </a:solidFill>
              </a:defRPr>
            </a:defPPr>
            <a:lvl1pPr algn="l">
              <a:defRPr sz="1725" b="0">
                <a:solidFill>
                  <a:srgbClr val="17251F"/>
                </a:solidFill>
              </a:defRPr>
            </a:lvl1pPr>
            <a:lvl2pPr algn="l">
              <a:defRPr sz="1725" b="0">
                <a:solidFill>
                  <a:srgbClr val="17251F"/>
                </a:solidFill>
              </a:defRPr>
            </a:lvl2pPr>
            <a:lvl3pPr algn="l">
              <a:defRPr sz="1725" b="0">
                <a:solidFill>
                  <a:srgbClr val="17251F"/>
                </a:solidFill>
              </a:defRPr>
            </a:lvl3pPr>
            <a:lvl4pPr algn="l">
              <a:defRPr sz="1725" b="0">
                <a:solidFill>
                  <a:srgbClr val="17251F"/>
                </a:solidFill>
              </a:defRPr>
            </a:lvl4pPr>
            <a:lvl5pPr algn="l">
              <a:defRPr sz="1725" b="0">
                <a:solidFill>
                  <a:srgbClr val="17251F"/>
                </a:solidFill>
              </a:defRPr>
            </a:lvl5pPr>
            <a:lvl6pPr algn="l">
              <a:defRPr sz="1725" b="0">
                <a:solidFill>
                  <a:srgbClr val="17251F"/>
                </a:solidFill>
              </a:defRPr>
            </a:lvl6pPr>
            <a:lvl7pPr algn="l">
              <a:defRPr sz="1725" b="0">
                <a:solidFill>
                  <a:srgbClr val="17251F"/>
                </a:solidFill>
              </a:defRPr>
            </a:lvl7pPr>
            <a:lvl8pPr algn="l">
              <a:defRPr sz="1725" b="0">
                <a:solidFill>
                  <a:srgbClr val="17251F"/>
                </a:solidFill>
              </a:defRPr>
            </a:lvl8pPr>
            <a:lvl9pPr algn="l">
              <a:defRPr sz="1725" b="0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51F"/>
                </a:solidFill>
              </a:defRPr>
            </a:pPr>
            <a:r>
              <a:rPr sz="1725" b="0">
                <a:solidFill>
                  <a:srgbClr val="17251F"/>
                </a:solidFill>
              </a:rPr>
              <a:t>El puente recibe MQTT y entrega los datos por HTTP dentro de la VM. El ESP32 no envía HTTP directamente en la configuración activa.</a:t>
            </a:r>
          </a:p>
        </p:txBody>
      </p:sp>
    </p:spTree>
    <p:extLst>
      <p:ext uri="{BB962C8B-B14F-4D97-AF65-F5344CB8AC3E}">
        <p14:creationId xmlns:p14="http://schemas.microsoft.com/office/powerpoint/2010/main" val="12244946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0FA3A6-3E91-47CF-BD96-8B13A9F1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ED8C65-6E68-4B55-8B97-DB937C9FF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0744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73B30"/>
                </a:solidFill>
              </a:defRPr>
            </a:defPPr>
            <a:lvl1pPr algn="l">
              <a:defRPr sz="2850" b="1">
                <a:solidFill>
                  <a:srgbClr val="173B30"/>
                </a:solidFill>
              </a:defRPr>
            </a:lvl1pPr>
            <a:lvl2pPr algn="l">
              <a:defRPr sz="2850" b="1">
                <a:solidFill>
                  <a:srgbClr val="173B30"/>
                </a:solidFill>
              </a:defRPr>
            </a:lvl2pPr>
            <a:lvl3pPr algn="l">
              <a:defRPr sz="2850" b="1">
                <a:solidFill>
                  <a:srgbClr val="173B30"/>
                </a:solidFill>
              </a:defRPr>
            </a:lvl3pPr>
            <a:lvl4pPr algn="l">
              <a:defRPr sz="2850" b="1">
                <a:solidFill>
                  <a:srgbClr val="173B30"/>
                </a:solidFill>
              </a:defRPr>
            </a:lvl4pPr>
            <a:lvl5pPr algn="l">
              <a:defRPr sz="2850" b="1">
                <a:solidFill>
                  <a:srgbClr val="173B30"/>
                </a:solidFill>
              </a:defRPr>
            </a:lvl5pPr>
            <a:lvl6pPr algn="l">
              <a:defRPr sz="2850" b="1">
                <a:solidFill>
                  <a:srgbClr val="173B30"/>
                </a:solidFill>
              </a:defRPr>
            </a:lvl6pPr>
            <a:lvl7pPr algn="l">
              <a:defRPr sz="2850" b="1">
                <a:solidFill>
                  <a:srgbClr val="173B30"/>
                </a:solidFill>
              </a:defRPr>
            </a:lvl7pPr>
            <a:lvl8pPr algn="l">
              <a:defRPr sz="2850" b="1">
                <a:solidFill>
                  <a:srgbClr val="173B30"/>
                </a:solidFill>
              </a:defRPr>
            </a:lvl8pPr>
            <a:lvl9pPr algn="l">
              <a:defRPr sz="28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3B30"/>
                </a:solidFill>
              </a:defRPr>
            </a:pPr>
            <a:r>
              <a:rPr sz="2850" b="1">
                <a:solidFill>
                  <a:srgbClr val="173B30"/>
                </a:solidFill>
              </a:rPr>
              <a:t>Infraestructura en AWS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CBCCB0-31C2-48B0-ABBF-80C904E2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4C6357"/>
                </a:solidFill>
              </a:defRPr>
            </a:defPPr>
            <a:lvl1pPr algn="l">
              <a:defRPr sz="1050" b="0">
                <a:solidFill>
                  <a:srgbClr val="4C6357"/>
                </a:solidFill>
              </a:defRPr>
            </a:lvl1pPr>
            <a:lvl2pPr algn="l">
              <a:defRPr sz="1050" b="0">
                <a:solidFill>
                  <a:srgbClr val="4C6357"/>
                </a:solidFill>
              </a:defRPr>
            </a:lvl2pPr>
            <a:lvl3pPr algn="l">
              <a:defRPr sz="1050" b="0">
                <a:solidFill>
                  <a:srgbClr val="4C6357"/>
                </a:solidFill>
              </a:defRPr>
            </a:lvl3pPr>
            <a:lvl4pPr algn="l">
              <a:defRPr sz="1050" b="0">
                <a:solidFill>
                  <a:srgbClr val="4C6357"/>
                </a:solidFill>
              </a:defRPr>
            </a:lvl4pPr>
            <a:lvl5pPr algn="l">
              <a:defRPr sz="1050" b="0">
                <a:solidFill>
                  <a:srgbClr val="4C6357"/>
                </a:solidFill>
              </a:defRPr>
            </a:lvl5pPr>
            <a:lvl6pPr algn="l">
              <a:defRPr sz="1050" b="0">
                <a:solidFill>
                  <a:srgbClr val="4C6357"/>
                </a:solidFill>
              </a:defRPr>
            </a:lvl6pPr>
            <a:lvl7pPr algn="l">
              <a:defRPr sz="1050" b="0">
                <a:solidFill>
                  <a:srgbClr val="4C6357"/>
                </a:solidFill>
              </a:defRPr>
            </a:lvl7pPr>
            <a:lvl8pPr algn="l">
              <a:defRPr sz="1050" b="0">
                <a:solidFill>
                  <a:srgbClr val="4C6357"/>
                </a:solidFill>
              </a:defRPr>
            </a:lvl8pPr>
            <a:lvl9pPr algn="l">
              <a:defRPr sz="1050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4C6357"/>
                </a:solidFill>
              </a:defRPr>
            </a:pPr>
            <a:r>
              <a:rPr sz="1050" b="0">
                <a:solidFill>
                  <a:srgbClr val="4C6357"/>
                </a:solidFill>
              </a:rPr>
              <a:t>Savia IoT  | 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72158B-FA79-4341-A181-5B5AEBCF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4619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173B30"/>
                </a:solidFill>
              </a:defRPr>
            </a:defPPr>
            <a:lvl1pPr algn="l">
              <a:defRPr sz="2175" b="1">
                <a:solidFill>
                  <a:srgbClr val="173B30"/>
                </a:solidFill>
              </a:defRPr>
            </a:lvl1pPr>
            <a:lvl2pPr algn="l">
              <a:defRPr sz="2175" b="1">
                <a:solidFill>
                  <a:srgbClr val="173B30"/>
                </a:solidFill>
              </a:defRPr>
            </a:lvl2pPr>
            <a:lvl3pPr algn="l">
              <a:defRPr sz="2175" b="1">
                <a:solidFill>
                  <a:srgbClr val="173B30"/>
                </a:solidFill>
              </a:defRPr>
            </a:lvl3pPr>
            <a:lvl4pPr algn="l">
              <a:defRPr sz="2175" b="1">
                <a:solidFill>
                  <a:srgbClr val="173B30"/>
                </a:solidFill>
              </a:defRPr>
            </a:lvl4pPr>
            <a:lvl5pPr algn="l">
              <a:defRPr sz="2175" b="1">
                <a:solidFill>
                  <a:srgbClr val="173B30"/>
                </a:solidFill>
              </a:defRPr>
            </a:lvl5pPr>
            <a:lvl6pPr algn="l">
              <a:defRPr sz="2175" b="1">
                <a:solidFill>
                  <a:srgbClr val="173B30"/>
                </a:solidFill>
              </a:defRPr>
            </a:lvl6pPr>
            <a:lvl7pPr algn="l">
              <a:defRPr sz="2175" b="1">
                <a:solidFill>
                  <a:srgbClr val="173B30"/>
                </a:solidFill>
              </a:defRPr>
            </a:lvl7pPr>
            <a:lvl8pPr algn="l">
              <a:defRPr sz="2175" b="1">
                <a:solidFill>
                  <a:srgbClr val="173B30"/>
                </a:solidFill>
              </a:defRPr>
            </a:lvl8pPr>
            <a:lvl9pPr algn="l">
              <a:defRPr sz="2175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3B30"/>
                </a:solidFill>
              </a:defRPr>
            </a:pPr>
            <a:r>
              <a:rPr sz="2175" b="1">
                <a:solidFill>
                  <a:srgbClr val="173B30"/>
                </a:solidFill>
              </a:rPr>
              <a:t>Subred pública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00589-2C31-4D99-A376-092D9B90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667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17251F"/>
                </a:solidFill>
              </a:defRPr>
            </a:defPPr>
            <a:lvl1pPr algn="l">
              <a:defRPr sz="1875" b="0">
                <a:solidFill>
                  <a:srgbClr val="17251F"/>
                </a:solidFill>
              </a:defRPr>
            </a:lvl1pPr>
            <a:lvl2pPr algn="l">
              <a:defRPr sz="1875" b="0">
                <a:solidFill>
                  <a:srgbClr val="17251F"/>
                </a:solidFill>
              </a:defRPr>
            </a:lvl2pPr>
            <a:lvl3pPr algn="l">
              <a:defRPr sz="1875" b="0">
                <a:solidFill>
                  <a:srgbClr val="17251F"/>
                </a:solidFill>
              </a:defRPr>
            </a:lvl3pPr>
            <a:lvl4pPr algn="l">
              <a:defRPr sz="1875" b="0">
                <a:solidFill>
                  <a:srgbClr val="17251F"/>
                </a:solidFill>
              </a:defRPr>
            </a:lvl4pPr>
            <a:lvl5pPr algn="l">
              <a:defRPr sz="1875" b="0">
                <a:solidFill>
                  <a:srgbClr val="17251F"/>
                </a:solidFill>
              </a:defRPr>
            </a:lvl5pPr>
            <a:lvl6pPr algn="l">
              <a:defRPr sz="1875" b="0">
                <a:solidFill>
                  <a:srgbClr val="17251F"/>
                </a:solidFill>
              </a:defRPr>
            </a:lvl6pPr>
            <a:lvl7pPr algn="l">
              <a:defRPr sz="1875" b="0">
                <a:solidFill>
                  <a:srgbClr val="17251F"/>
                </a:solidFill>
              </a:defRPr>
            </a:lvl7pPr>
            <a:lvl8pPr algn="l">
              <a:defRPr sz="1875" b="0">
                <a:solidFill>
                  <a:srgbClr val="17251F"/>
                </a:solidFill>
              </a:defRPr>
            </a:lvl8pPr>
            <a:lvl9pPr algn="l">
              <a:defRPr sz="1875" b="0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51F"/>
                </a:solidFill>
              </a:defRPr>
            </a:pPr>
            <a:r>
              <a:rPr sz="1875" b="0">
                <a:solidFill>
                  <a:srgbClr val="17251F"/>
                </a:solidFill>
              </a:rPr>
              <a:t>VM EC2 con Ubuntu</a:t>
            </a:r>
          </a:p>
          <a:p xmlns:a="http://schemas.openxmlformats.org/drawingml/2006/main">
            <a:pPr algn="l">
              <a:defRPr sz="1875" b="0">
                <a:solidFill>
                  <a:srgbClr val="17251F"/>
                </a:solidFill>
              </a:defRPr>
            </a:pPr>
            <a:r>
              <a:rPr sz="1875" b="0">
                <a:solidFill>
                  <a:srgbClr val="17251F"/>
                </a:solidFill>
              </a:rPr>
              <a:t>Aplicación Python + puente MQTT</a:t>
            </a:r>
          </a:p>
          <a:p xmlns:a="http://schemas.openxmlformats.org/drawingml/2006/main">
            <a:pPr algn="l">
              <a:defRPr sz="1875" b="0">
                <a:solidFill>
                  <a:srgbClr val="17251F"/>
                </a:solidFill>
              </a:defRPr>
            </a:pPr>
            <a:r>
              <a:rPr sz="1875" b="0">
                <a:solidFill>
                  <a:srgbClr val="17251F"/>
                </a:solidFill>
              </a:rPr>
              <a:t>IP elástica y acceso HTTP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44DF2-2692-4BEC-94FB-3A805AB6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447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54DDE2-BEF0-41B1-9D9C-069F126C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809750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173B30"/>
                </a:solidFill>
              </a:defRPr>
            </a:defPPr>
            <a:lvl1pPr algn="l">
              <a:defRPr sz="2175" b="1">
                <a:solidFill>
                  <a:srgbClr val="173B30"/>
                </a:solidFill>
              </a:defRPr>
            </a:lvl1pPr>
            <a:lvl2pPr algn="l">
              <a:defRPr sz="2175" b="1">
                <a:solidFill>
                  <a:srgbClr val="173B30"/>
                </a:solidFill>
              </a:defRPr>
            </a:lvl2pPr>
            <a:lvl3pPr algn="l">
              <a:defRPr sz="2175" b="1">
                <a:solidFill>
                  <a:srgbClr val="173B30"/>
                </a:solidFill>
              </a:defRPr>
            </a:lvl3pPr>
            <a:lvl4pPr algn="l">
              <a:defRPr sz="2175" b="1">
                <a:solidFill>
                  <a:srgbClr val="173B30"/>
                </a:solidFill>
              </a:defRPr>
            </a:lvl4pPr>
            <a:lvl5pPr algn="l">
              <a:defRPr sz="2175" b="1">
                <a:solidFill>
                  <a:srgbClr val="173B30"/>
                </a:solidFill>
              </a:defRPr>
            </a:lvl5pPr>
            <a:lvl6pPr algn="l">
              <a:defRPr sz="2175" b="1">
                <a:solidFill>
                  <a:srgbClr val="173B30"/>
                </a:solidFill>
              </a:defRPr>
            </a:lvl6pPr>
            <a:lvl7pPr algn="l">
              <a:defRPr sz="2175" b="1">
                <a:solidFill>
                  <a:srgbClr val="173B30"/>
                </a:solidFill>
              </a:defRPr>
            </a:lvl7pPr>
            <a:lvl8pPr algn="l">
              <a:defRPr sz="2175" b="1">
                <a:solidFill>
                  <a:srgbClr val="173B30"/>
                </a:solidFill>
              </a:defRPr>
            </a:lvl8pPr>
            <a:lvl9pPr algn="l">
              <a:defRPr sz="2175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3B30"/>
                </a:solidFill>
              </a:defRPr>
            </a:pPr>
            <a:r>
              <a:rPr sz="2175" b="1">
                <a:solidFill>
                  <a:srgbClr val="173B30"/>
                </a:solidFill>
              </a:rPr>
              <a:t>Subredes privadas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C81EF5-9D0E-405D-AA32-1A4E5A6E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428875"/>
            <a:ext cx="4667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17251F"/>
                </a:solidFill>
              </a:defRPr>
            </a:defPPr>
            <a:lvl1pPr algn="l">
              <a:defRPr sz="1875" b="0">
                <a:solidFill>
                  <a:srgbClr val="17251F"/>
                </a:solidFill>
              </a:defRPr>
            </a:lvl1pPr>
            <a:lvl2pPr algn="l">
              <a:defRPr sz="1875" b="0">
                <a:solidFill>
                  <a:srgbClr val="17251F"/>
                </a:solidFill>
              </a:defRPr>
            </a:lvl2pPr>
            <a:lvl3pPr algn="l">
              <a:defRPr sz="1875" b="0">
                <a:solidFill>
                  <a:srgbClr val="17251F"/>
                </a:solidFill>
              </a:defRPr>
            </a:lvl3pPr>
            <a:lvl4pPr algn="l">
              <a:defRPr sz="1875" b="0">
                <a:solidFill>
                  <a:srgbClr val="17251F"/>
                </a:solidFill>
              </a:defRPr>
            </a:lvl4pPr>
            <a:lvl5pPr algn="l">
              <a:defRPr sz="1875" b="0">
                <a:solidFill>
                  <a:srgbClr val="17251F"/>
                </a:solidFill>
              </a:defRPr>
            </a:lvl5pPr>
            <a:lvl6pPr algn="l">
              <a:defRPr sz="1875" b="0">
                <a:solidFill>
                  <a:srgbClr val="17251F"/>
                </a:solidFill>
              </a:defRPr>
            </a:lvl6pPr>
            <a:lvl7pPr algn="l">
              <a:defRPr sz="1875" b="0">
                <a:solidFill>
                  <a:srgbClr val="17251F"/>
                </a:solidFill>
              </a:defRPr>
            </a:lvl7pPr>
            <a:lvl8pPr algn="l">
              <a:defRPr sz="1875" b="0">
                <a:solidFill>
                  <a:srgbClr val="17251F"/>
                </a:solidFill>
              </a:defRPr>
            </a:lvl8pPr>
            <a:lvl9pPr algn="l">
              <a:defRPr sz="1875" b="0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51F"/>
                </a:solidFill>
              </a:defRPr>
            </a:pPr>
            <a:r>
              <a:rPr sz="1875" b="0">
                <a:solidFill>
                  <a:srgbClr val="17251F"/>
                </a:solidFill>
              </a:rPr>
              <a:t>PostgreSQL RDS</a:t>
            </a:r>
          </a:p>
          <a:p xmlns:a="http://schemas.openxmlformats.org/drawingml/2006/main">
            <a:pPr algn="l">
              <a:defRPr sz="1875" b="0">
                <a:solidFill>
                  <a:srgbClr val="17251F"/>
                </a:solidFill>
              </a:defRPr>
            </a:pPr>
            <a:r>
              <a:rPr sz="1875" b="0">
                <a:solidFill>
                  <a:srgbClr val="17251F"/>
                </a:solidFill>
              </a:rPr>
              <a:t>Sin acceso público</a:t>
            </a:r>
          </a:p>
          <a:p xmlns:a="http://schemas.openxmlformats.org/drawingml/2006/main">
            <a:pPr algn="l">
              <a:defRPr sz="1875" b="0">
                <a:solidFill>
                  <a:srgbClr val="17251F"/>
                </a:solidFill>
              </a:defRPr>
            </a:pPr>
            <a:r>
              <a:rPr sz="1875" b="0">
                <a:solidFill>
                  <a:srgbClr val="17251F"/>
                </a:solidFill>
              </a:rPr>
              <a:t>Puerto 5432 permitido desde la VM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F8629B-B3B2-4080-9A2B-B9B0FD82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47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341FD1-3629-4168-89C9-DA9BD742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1019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4C6357"/>
                </a:solidFill>
              </a:defRPr>
            </a:defPPr>
            <a:lvl1pPr algn="l">
              <a:defRPr sz="1800" b="0">
                <a:solidFill>
                  <a:srgbClr val="4C6357"/>
                </a:solidFill>
              </a:defRPr>
            </a:lvl1pPr>
            <a:lvl2pPr algn="l">
              <a:defRPr sz="1800" b="0">
                <a:solidFill>
                  <a:srgbClr val="4C6357"/>
                </a:solidFill>
              </a:defRPr>
            </a:lvl2pPr>
            <a:lvl3pPr algn="l">
              <a:defRPr sz="1800" b="0">
                <a:solidFill>
                  <a:srgbClr val="4C6357"/>
                </a:solidFill>
              </a:defRPr>
            </a:lvl3pPr>
            <a:lvl4pPr algn="l">
              <a:defRPr sz="1800" b="0">
                <a:solidFill>
                  <a:srgbClr val="4C6357"/>
                </a:solidFill>
              </a:defRPr>
            </a:lvl4pPr>
            <a:lvl5pPr algn="l">
              <a:defRPr sz="1800" b="0">
                <a:solidFill>
                  <a:srgbClr val="4C6357"/>
                </a:solidFill>
              </a:defRPr>
            </a:lvl5pPr>
            <a:lvl6pPr algn="l">
              <a:defRPr sz="1800" b="0">
                <a:solidFill>
                  <a:srgbClr val="4C6357"/>
                </a:solidFill>
              </a:defRPr>
            </a:lvl6pPr>
            <a:lvl7pPr algn="l">
              <a:defRPr sz="1800" b="0">
                <a:solidFill>
                  <a:srgbClr val="4C6357"/>
                </a:solidFill>
              </a:defRPr>
            </a:lvl7pPr>
            <a:lvl8pPr algn="l">
              <a:defRPr sz="1800" b="0">
                <a:solidFill>
                  <a:srgbClr val="4C6357"/>
                </a:solidFill>
              </a:defRPr>
            </a:lvl8pPr>
            <a:lvl9pPr algn="l">
              <a:defRPr sz="1800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C6357"/>
                </a:solidFill>
              </a:defRPr>
            </a:pPr>
            <a:r>
              <a:rPr sz="1800" b="0">
                <a:solidFill>
                  <a:srgbClr val="4C6357"/>
                </a:solidFill>
              </a:rPr>
              <a:t>La plantilla CloudFormation documenta la red y los grupos de seguridad.</a:t>
            </a:r>
          </a:p>
        </p:txBody>
      </p:sp>
    </p:spTree>
    <p:extLst>
      <p:ext uri="{BB962C8B-B14F-4D97-AF65-F5344CB8AC3E}">
        <p14:creationId xmlns:p14="http://schemas.microsoft.com/office/powerpoint/2010/main" val="20391199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C5B5B3-5972-43A1-9D56-7DACBD14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445E8-3CBA-469B-B045-3B535D26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0744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73B30"/>
                </a:solidFill>
              </a:defRPr>
            </a:defPPr>
            <a:lvl1pPr algn="l">
              <a:defRPr sz="2850" b="1">
                <a:solidFill>
                  <a:srgbClr val="173B30"/>
                </a:solidFill>
              </a:defRPr>
            </a:lvl1pPr>
            <a:lvl2pPr algn="l">
              <a:defRPr sz="2850" b="1">
                <a:solidFill>
                  <a:srgbClr val="173B30"/>
                </a:solidFill>
              </a:defRPr>
            </a:lvl2pPr>
            <a:lvl3pPr algn="l">
              <a:defRPr sz="2850" b="1">
                <a:solidFill>
                  <a:srgbClr val="173B30"/>
                </a:solidFill>
              </a:defRPr>
            </a:lvl3pPr>
            <a:lvl4pPr algn="l">
              <a:defRPr sz="2850" b="1">
                <a:solidFill>
                  <a:srgbClr val="173B30"/>
                </a:solidFill>
              </a:defRPr>
            </a:lvl4pPr>
            <a:lvl5pPr algn="l">
              <a:defRPr sz="2850" b="1">
                <a:solidFill>
                  <a:srgbClr val="173B30"/>
                </a:solidFill>
              </a:defRPr>
            </a:lvl5pPr>
            <a:lvl6pPr algn="l">
              <a:defRPr sz="2850" b="1">
                <a:solidFill>
                  <a:srgbClr val="173B30"/>
                </a:solidFill>
              </a:defRPr>
            </a:lvl6pPr>
            <a:lvl7pPr algn="l">
              <a:defRPr sz="2850" b="1">
                <a:solidFill>
                  <a:srgbClr val="173B30"/>
                </a:solidFill>
              </a:defRPr>
            </a:lvl7pPr>
            <a:lvl8pPr algn="l">
              <a:defRPr sz="2850" b="1">
                <a:solidFill>
                  <a:srgbClr val="173B30"/>
                </a:solidFill>
              </a:defRPr>
            </a:lvl8pPr>
            <a:lvl9pPr algn="l">
              <a:defRPr sz="28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3B30"/>
                </a:solidFill>
              </a:defRPr>
            </a:pPr>
            <a:r>
              <a:rPr sz="2850" b="1">
                <a:solidFill>
                  <a:srgbClr val="173B30"/>
                </a:solidFill>
              </a:rPr>
              <a:t>Resultados observados el 24 de octubre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B2765A-81D2-4CFE-8C4C-00EA9043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4C6357"/>
                </a:solidFill>
              </a:defRPr>
            </a:defPPr>
            <a:lvl1pPr algn="l">
              <a:defRPr sz="1050" b="0">
                <a:solidFill>
                  <a:srgbClr val="4C6357"/>
                </a:solidFill>
              </a:defRPr>
            </a:lvl1pPr>
            <a:lvl2pPr algn="l">
              <a:defRPr sz="1050" b="0">
                <a:solidFill>
                  <a:srgbClr val="4C6357"/>
                </a:solidFill>
              </a:defRPr>
            </a:lvl2pPr>
            <a:lvl3pPr algn="l">
              <a:defRPr sz="1050" b="0">
                <a:solidFill>
                  <a:srgbClr val="4C6357"/>
                </a:solidFill>
              </a:defRPr>
            </a:lvl3pPr>
            <a:lvl4pPr algn="l">
              <a:defRPr sz="1050" b="0">
                <a:solidFill>
                  <a:srgbClr val="4C6357"/>
                </a:solidFill>
              </a:defRPr>
            </a:lvl4pPr>
            <a:lvl5pPr algn="l">
              <a:defRPr sz="1050" b="0">
                <a:solidFill>
                  <a:srgbClr val="4C6357"/>
                </a:solidFill>
              </a:defRPr>
            </a:lvl5pPr>
            <a:lvl6pPr algn="l">
              <a:defRPr sz="1050" b="0">
                <a:solidFill>
                  <a:srgbClr val="4C6357"/>
                </a:solidFill>
              </a:defRPr>
            </a:lvl6pPr>
            <a:lvl7pPr algn="l">
              <a:defRPr sz="1050" b="0">
                <a:solidFill>
                  <a:srgbClr val="4C6357"/>
                </a:solidFill>
              </a:defRPr>
            </a:lvl7pPr>
            <a:lvl8pPr algn="l">
              <a:defRPr sz="1050" b="0">
                <a:solidFill>
                  <a:srgbClr val="4C6357"/>
                </a:solidFill>
              </a:defRPr>
            </a:lvl8pPr>
            <a:lvl9pPr algn="l">
              <a:defRPr sz="1050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4C6357"/>
                </a:solidFill>
              </a:defRPr>
            </a:pPr>
            <a:r>
              <a:rPr sz="1050" b="0">
                <a:solidFill>
                  <a:srgbClr val="4C6357"/>
                </a:solidFill>
              </a:rPr>
              <a:t>Savia IoT  | 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1FAED0-45AA-4157-9326-DC559759C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000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5550" b="1">
                <a:solidFill>
                  <a:srgbClr val="277A53"/>
                </a:solidFill>
              </a:defRPr>
            </a:defPPr>
            <a:lvl1pPr algn="l">
              <a:defRPr sz="5550" b="1">
                <a:solidFill>
                  <a:srgbClr val="277A53"/>
                </a:solidFill>
              </a:defRPr>
            </a:lvl1pPr>
            <a:lvl2pPr algn="l">
              <a:defRPr sz="5550" b="1">
                <a:solidFill>
                  <a:srgbClr val="277A53"/>
                </a:solidFill>
              </a:defRPr>
            </a:lvl2pPr>
            <a:lvl3pPr algn="l">
              <a:defRPr sz="5550" b="1">
                <a:solidFill>
                  <a:srgbClr val="277A53"/>
                </a:solidFill>
              </a:defRPr>
            </a:lvl3pPr>
            <a:lvl4pPr algn="l">
              <a:defRPr sz="5550" b="1">
                <a:solidFill>
                  <a:srgbClr val="277A53"/>
                </a:solidFill>
              </a:defRPr>
            </a:lvl4pPr>
            <a:lvl5pPr algn="l">
              <a:defRPr sz="5550" b="1">
                <a:solidFill>
                  <a:srgbClr val="277A53"/>
                </a:solidFill>
              </a:defRPr>
            </a:lvl5pPr>
            <a:lvl6pPr algn="l">
              <a:defRPr sz="5550" b="1">
                <a:solidFill>
                  <a:srgbClr val="277A53"/>
                </a:solidFill>
              </a:defRPr>
            </a:lvl6pPr>
            <a:lvl7pPr algn="l">
              <a:defRPr sz="5550" b="1">
                <a:solidFill>
                  <a:srgbClr val="277A53"/>
                </a:solidFill>
              </a:defRPr>
            </a:lvl7pPr>
            <a:lvl8pPr algn="l">
              <a:defRPr sz="5550" b="1">
                <a:solidFill>
                  <a:srgbClr val="277A53"/>
                </a:solidFill>
              </a:defRPr>
            </a:lvl8pPr>
            <a:lvl9pPr algn="l">
              <a:defRPr sz="5550" b="1">
                <a:solidFill>
                  <a:srgbClr val="277A53"/>
                </a:solidFill>
              </a:defRPr>
            </a:lvl9pPr>
          </a:lstStyle>
          <a:p xmlns:a="http://schemas.openxmlformats.org/drawingml/2006/main">
            <a:pPr algn="l">
              <a:defRPr sz="5550" b="1">
                <a:solidFill>
                  <a:srgbClr val="277A53"/>
                </a:solidFill>
              </a:defRPr>
            </a:pPr>
            <a:r>
              <a:rPr sz="5550" b="1">
                <a:solidFill>
                  <a:srgbClr val="277A53"/>
                </a:solidFill>
              </a:rPr>
              <a:t>13 → 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FF78A3-EB4A-4B09-929D-92955DE3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9875"/>
            <a:ext cx="4191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17251F"/>
                </a:solidFill>
              </a:defRPr>
            </a:defPPr>
            <a:lvl1pPr algn="l">
              <a:defRPr sz="1875" b="0">
                <a:solidFill>
                  <a:srgbClr val="17251F"/>
                </a:solidFill>
              </a:defRPr>
            </a:lvl1pPr>
            <a:lvl2pPr algn="l">
              <a:defRPr sz="1875" b="0">
                <a:solidFill>
                  <a:srgbClr val="17251F"/>
                </a:solidFill>
              </a:defRPr>
            </a:lvl2pPr>
            <a:lvl3pPr algn="l">
              <a:defRPr sz="1875" b="0">
                <a:solidFill>
                  <a:srgbClr val="17251F"/>
                </a:solidFill>
              </a:defRPr>
            </a:lvl3pPr>
            <a:lvl4pPr algn="l">
              <a:defRPr sz="1875" b="0">
                <a:solidFill>
                  <a:srgbClr val="17251F"/>
                </a:solidFill>
              </a:defRPr>
            </a:lvl4pPr>
            <a:lvl5pPr algn="l">
              <a:defRPr sz="1875" b="0">
                <a:solidFill>
                  <a:srgbClr val="17251F"/>
                </a:solidFill>
              </a:defRPr>
            </a:lvl5pPr>
            <a:lvl6pPr algn="l">
              <a:defRPr sz="1875" b="0">
                <a:solidFill>
                  <a:srgbClr val="17251F"/>
                </a:solidFill>
              </a:defRPr>
            </a:lvl6pPr>
            <a:lvl7pPr algn="l">
              <a:defRPr sz="1875" b="0">
                <a:solidFill>
                  <a:srgbClr val="17251F"/>
                </a:solidFill>
              </a:defRPr>
            </a:lvl7pPr>
            <a:lvl8pPr algn="l">
              <a:defRPr sz="1875" b="0">
                <a:solidFill>
                  <a:srgbClr val="17251F"/>
                </a:solidFill>
              </a:defRPr>
            </a:lvl8pPr>
            <a:lvl9pPr algn="l">
              <a:defRPr sz="1875" b="0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51F"/>
                </a:solidFill>
              </a:defRPr>
            </a:pPr>
            <a:r>
              <a:rPr sz="1875" b="0">
                <a:solidFill>
                  <a:srgbClr val="17251F"/>
                </a:solidFill>
              </a:rPr>
              <a:t>lecturas acumuladas en AWS tras reanudar Wokwi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EE6EE4-C83C-45FA-859F-F21975D2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097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173B30"/>
                </a:solidFill>
              </a:defRPr>
            </a:defPPr>
            <a:lvl1pPr algn="l">
              <a:defRPr sz="3600" b="1">
                <a:solidFill>
                  <a:srgbClr val="173B30"/>
                </a:solidFill>
              </a:defRPr>
            </a:lvl1pPr>
            <a:lvl2pPr algn="l">
              <a:defRPr sz="3600" b="1">
                <a:solidFill>
                  <a:srgbClr val="173B30"/>
                </a:solidFill>
              </a:defRPr>
            </a:lvl2pPr>
            <a:lvl3pPr algn="l">
              <a:defRPr sz="3600" b="1">
                <a:solidFill>
                  <a:srgbClr val="173B30"/>
                </a:solidFill>
              </a:defRPr>
            </a:lvl3pPr>
            <a:lvl4pPr algn="l">
              <a:defRPr sz="3600" b="1">
                <a:solidFill>
                  <a:srgbClr val="173B30"/>
                </a:solidFill>
              </a:defRPr>
            </a:lvl4pPr>
            <a:lvl5pPr algn="l">
              <a:defRPr sz="3600" b="1">
                <a:solidFill>
                  <a:srgbClr val="173B30"/>
                </a:solidFill>
              </a:defRPr>
            </a:lvl5pPr>
            <a:lvl6pPr algn="l">
              <a:defRPr sz="3600" b="1">
                <a:solidFill>
                  <a:srgbClr val="173B30"/>
                </a:solidFill>
              </a:defRPr>
            </a:lvl6pPr>
            <a:lvl7pPr algn="l">
              <a:defRPr sz="3600" b="1">
                <a:solidFill>
                  <a:srgbClr val="173B30"/>
                </a:solidFill>
              </a:defRPr>
            </a:lvl7pPr>
            <a:lvl8pPr algn="l">
              <a:defRPr sz="3600" b="1">
                <a:solidFill>
                  <a:srgbClr val="173B30"/>
                </a:solidFill>
              </a:defRPr>
            </a:lvl8pPr>
            <a:lvl9pPr algn="l">
              <a:defRPr sz="360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3B30"/>
                </a:solidFill>
              </a:defRPr>
            </a:pPr>
            <a:r>
              <a:rPr sz="3600" b="1">
                <a:solidFill>
                  <a:srgbClr val="173B30"/>
                </a:solidFill>
              </a:rPr>
              <a:t>23 · 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16786C-9367-4F06-89A6-297293BC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09875"/>
            <a:ext cx="5143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17251F"/>
                </a:solidFill>
              </a:defRPr>
            </a:defPPr>
            <a:lvl1pPr algn="l">
              <a:defRPr sz="1875" b="0">
                <a:solidFill>
                  <a:srgbClr val="17251F"/>
                </a:solidFill>
              </a:defRPr>
            </a:lvl1pPr>
            <a:lvl2pPr algn="l">
              <a:defRPr sz="1875" b="0">
                <a:solidFill>
                  <a:srgbClr val="17251F"/>
                </a:solidFill>
              </a:defRPr>
            </a:lvl2pPr>
            <a:lvl3pPr algn="l">
              <a:defRPr sz="1875" b="0">
                <a:solidFill>
                  <a:srgbClr val="17251F"/>
                </a:solidFill>
              </a:defRPr>
            </a:lvl3pPr>
            <a:lvl4pPr algn="l">
              <a:defRPr sz="1875" b="0">
                <a:solidFill>
                  <a:srgbClr val="17251F"/>
                </a:solidFill>
              </a:defRPr>
            </a:lvl4pPr>
            <a:lvl5pPr algn="l">
              <a:defRPr sz="1875" b="0">
                <a:solidFill>
                  <a:srgbClr val="17251F"/>
                </a:solidFill>
              </a:defRPr>
            </a:lvl5pPr>
            <a:lvl6pPr algn="l">
              <a:defRPr sz="1875" b="0">
                <a:solidFill>
                  <a:srgbClr val="17251F"/>
                </a:solidFill>
              </a:defRPr>
            </a:lvl6pPr>
            <a:lvl7pPr algn="l">
              <a:defRPr sz="1875" b="0">
                <a:solidFill>
                  <a:srgbClr val="17251F"/>
                </a:solidFill>
              </a:defRPr>
            </a:lvl7pPr>
            <a:lvl8pPr algn="l">
              <a:defRPr sz="1875" b="0">
                <a:solidFill>
                  <a:srgbClr val="17251F"/>
                </a:solidFill>
              </a:defRPr>
            </a:lvl8pPr>
            <a:lvl9pPr algn="l">
              <a:defRPr sz="1875" b="0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51F"/>
                </a:solidFill>
              </a:defRPr>
            </a:pPr>
            <a:r>
              <a:rPr sz="1875" b="0">
                <a:solidFill>
                  <a:srgbClr val="17251F"/>
                </a:solidFill>
              </a:rPr>
              <a:t>mismo arranque confirmado en Ubuntu local y AWS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99C75C-92B4-4212-BD9C-893F34EE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33875"/>
            <a:ext cx="1009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9E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BE3A38-3863-4207-A857-EE84060E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48200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4C6357"/>
                </a:solidFill>
              </a:defRPr>
            </a:defPPr>
            <a:lvl1pPr algn="l">
              <a:defRPr sz="1800" b="0">
                <a:solidFill>
                  <a:srgbClr val="4C6357"/>
                </a:solidFill>
              </a:defRPr>
            </a:lvl1pPr>
            <a:lvl2pPr algn="l">
              <a:defRPr sz="1800" b="0">
                <a:solidFill>
                  <a:srgbClr val="4C6357"/>
                </a:solidFill>
              </a:defRPr>
            </a:lvl2pPr>
            <a:lvl3pPr algn="l">
              <a:defRPr sz="1800" b="0">
                <a:solidFill>
                  <a:srgbClr val="4C6357"/>
                </a:solidFill>
              </a:defRPr>
            </a:lvl3pPr>
            <a:lvl4pPr algn="l">
              <a:defRPr sz="1800" b="0">
                <a:solidFill>
                  <a:srgbClr val="4C6357"/>
                </a:solidFill>
              </a:defRPr>
            </a:lvl4pPr>
            <a:lvl5pPr algn="l">
              <a:defRPr sz="1800" b="0">
                <a:solidFill>
                  <a:srgbClr val="4C6357"/>
                </a:solidFill>
              </a:defRPr>
            </a:lvl5pPr>
            <a:lvl6pPr algn="l">
              <a:defRPr sz="1800" b="0">
                <a:solidFill>
                  <a:srgbClr val="4C6357"/>
                </a:solidFill>
              </a:defRPr>
            </a:lvl6pPr>
            <a:lvl7pPr algn="l">
              <a:defRPr sz="1800" b="0">
                <a:solidFill>
                  <a:srgbClr val="4C6357"/>
                </a:solidFill>
              </a:defRPr>
            </a:lvl7pPr>
            <a:lvl8pPr algn="l">
              <a:defRPr sz="1800" b="0">
                <a:solidFill>
                  <a:srgbClr val="4C6357"/>
                </a:solidFill>
              </a:defRPr>
            </a:lvl8pPr>
            <a:lvl9pPr algn="l">
              <a:defRPr sz="1800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C6357"/>
                </a:solidFill>
              </a:defRPr>
            </a:pPr>
            <a:r>
              <a:rPr sz="1800" b="0">
                <a:solidFill>
                  <a:srgbClr val="4C6357"/>
                </a:solidFill>
              </a:rPr>
              <a:t>La ruta de salud indicó PostgreSQL operativo. RDS estaba disponible y sin acceso público.</a:t>
            </a:r>
          </a:p>
        </p:txBody>
      </p:sp>
    </p:spTree>
    <p:extLst>
      <p:ext uri="{BB962C8B-B14F-4D97-AF65-F5344CB8AC3E}">
        <p14:creationId xmlns:p14="http://schemas.microsoft.com/office/powerpoint/2010/main" val="2616666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7944B0-3315-4044-AD31-6B1CF188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37B98D-21D6-49B1-9C3E-017C49CB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0744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73B30"/>
                </a:solidFill>
              </a:defRPr>
            </a:defPPr>
            <a:lvl1pPr algn="l">
              <a:defRPr sz="2850" b="1">
                <a:solidFill>
                  <a:srgbClr val="173B30"/>
                </a:solidFill>
              </a:defRPr>
            </a:lvl1pPr>
            <a:lvl2pPr algn="l">
              <a:defRPr sz="2850" b="1">
                <a:solidFill>
                  <a:srgbClr val="173B30"/>
                </a:solidFill>
              </a:defRPr>
            </a:lvl2pPr>
            <a:lvl3pPr algn="l">
              <a:defRPr sz="2850" b="1">
                <a:solidFill>
                  <a:srgbClr val="173B30"/>
                </a:solidFill>
              </a:defRPr>
            </a:lvl3pPr>
            <a:lvl4pPr algn="l">
              <a:defRPr sz="2850" b="1">
                <a:solidFill>
                  <a:srgbClr val="173B30"/>
                </a:solidFill>
              </a:defRPr>
            </a:lvl4pPr>
            <a:lvl5pPr algn="l">
              <a:defRPr sz="2850" b="1">
                <a:solidFill>
                  <a:srgbClr val="173B30"/>
                </a:solidFill>
              </a:defRPr>
            </a:lvl5pPr>
            <a:lvl6pPr algn="l">
              <a:defRPr sz="2850" b="1">
                <a:solidFill>
                  <a:srgbClr val="173B30"/>
                </a:solidFill>
              </a:defRPr>
            </a:lvl6pPr>
            <a:lvl7pPr algn="l">
              <a:defRPr sz="2850" b="1">
                <a:solidFill>
                  <a:srgbClr val="173B30"/>
                </a:solidFill>
              </a:defRPr>
            </a:lvl7pPr>
            <a:lvl8pPr algn="l">
              <a:defRPr sz="2850" b="1">
                <a:solidFill>
                  <a:srgbClr val="173B30"/>
                </a:solidFill>
              </a:defRPr>
            </a:lvl8pPr>
            <a:lvl9pPr algn="l">
              <a:defRPr sz="28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3B30"/>
                </a:solidFill>
              </a:defRPr>
            </a:pPr>
            <a:r>
              <a:rPr sz="2850" b="1">
                <a:solidFill>
                  <a:srgbClr val="173B30"/>
                </a:solidFill>
              </a:rPr>
              <a:t>Dos entornos comprobados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28054D-228E-4A52-B8A0-554ACCD4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4C6357"/>
                </a:solidFill>
              </a:defRPr>
            </a:defPPr>
            <a:lvl1pPr algn="l">
              <a:defRPr sz="1050" b="0">
                <a:solidFill>
                  <a:srgbClr val="4C6357"/>
                </a:solidFill>
              </a:defRPr>
            </a:lvl1pPr>
            <a:lvl2pPr algn="l">
              <a:defRPr sz="1050" b="0">
                <a:solidFill>
                  <a:srgbClr val="4C6357"/>
                </a:solidFill>
              </a:defRPr>
            </a:lvl2pPr>
            <a:lvl3pPr algn="l">
              <a:defRPr sz="1050" b="0">
                <a:solidFill>
                  <a:srgbClr val="4C6357"/>
                </a:solidFill>
              </a:defRPr>
            </a:lvl3pPr>
            <a:lvl4pPr algn="l">
              <a:defRPr sz="1050" b="0">
                <a:solidFill>
                  <a:srgbClr val="4C6357"/>
                </a:solidFill>
              </a:defRPr>
            </a:lvl4pPr>
            <a:lvl5pPr algn="l">
              <a:defRPr sz="1050" b="0">
                <a:solidFill>
                  <a:srgbClr val="4C6357"/>
                </a:solidFill>
              </a:defRPr>
            </a:lvl5pPr>
            <a:lvl6pPr algn="l">
              <a:defRPr sz="1050" b="0">
                <a:solidFill>
                  <a:srgbClr val="4C6357"/>
                </a:solidFill>
              </a:defRPr>
            </a:lvl6pPr>
            <a:lvl7pPr algn="l">
              <a:defRPr sz="1050" b="0">
                <a:solidFill>
                  <a:srgbClr val="4C6357"/>
                </a:solidFill>
              </a:defRPr>
            </a:lvl7pPr>
            <a:lvl8pPr algn="l">
              <a:defRPr sz="1050" b="0">
                <a:solidFill>
                  <a:srgbClr val="4C6357"/>
                </a:solidFill>
              </a:defRPr>
            </a:lvl8pPr>
            <a:lvl9pPr algn="l">
              <a:defRPr sz="1050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4C6357"/>
                </a:solidFill>
              </a:defRPr>
            </a:pPr>
            <a:r>
              <a:rPr sz="1050" b="0">
                <a:solidFill>
                  <a:srgbClr val="4C6357"/>
                </a:solidFill>
              </a:rPr>
              <a:t>Savia IoT  | 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A4A5F-A34C-410C-BF36-8CE938C7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173B30"/>
                </a:solidFill>
              </a:defRPr>
            </a:defPPr>
            <a:lvl1pPr algn="l">
              <a:defRPr sz="2250" b="1">
                <a:solidFill>
                  <a:srgbClr val="173B30"/>
                </a:solidFill>
              </a:defRPr>
            </a:lvl1pPr>
            <a:lvl2pPr algn="l">
              <a:defRPr sz="2250" b="1">
                <a:solidFill>
                  <a:srgbClr val="173B30"/>
                </a:solidFill>
              </a:defRPr>
            </a:lvl2pPr>
            <a:lvl3pPr algn="l">
              <a:defRPr sz="2250" b="1">
                <a:solidFill>
                  <a:srgbClr val="173B30"/>
                </a:solidFill>
              </a:defRPr>
            </a:lvl3pPr>
            <a:lvl4pPr algn="l">
              <a:defRPr sz="2250" b="1">
                <a:solidFill>
                  <a:srgbClr val="173B30"/>
                </a:solidFill>
              </a:defRPr>
            </a:lvl4pPr>
            <a:lvl5pPr algn="l">
              <a:defRPr sz="2250" b="1">
                <a:solidFill>
                  <a:srgbClr val="173B30"/>
                </a:solidFill>
              </a:defRPr>
            </a:lvl5pPr>
            <a:lvl6pPr algn="l">
              <a:defRPr sz="2250" b="1">
                <a:solidFill>
                  <a:srgbClr val="173B30"/>
                </a:solidFill>
              </a:defRPr>
            </a:lvl6pPr>
            <a:lvl7pPr algn="l">
              <a:defRPr sz="2250" b="1">
                <a:solidFill>
                  <a:srgbClr val="173B30"/>
                </a:solidFill>
              </a:defRPr>
            </a:lvl7pPr>
            <a:lvl8pPr algn="l">
              <a:defRPr sz="2250" b="1">
                <a:solidFill>
                  <a:srgbClr val="173B30"/>
                </a:solidFill>
              </a:defRPr>
            </a:lvl8pPr>
            <a:lvl9pPr algn="l">
              <a:defRPr sz="22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3B30"/>
                </a:solidFill>
              </a:defRPr>
            </a:pPr>
            <a:r>
              <a:rPr sz="2250" b="1">
                <a:solidFill>
                  <a:srgbClr val="173B30"/>
                </a:solidFill>
              </a:rPr>
              <a:t>Ubuntu local y AWS recibieron lecturas del mismo ESP32 simulado.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92A823-451D-4571-B042-47496F26B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10382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17251F"/>
                </a:solidFill>
              </a:defRPr>
            </a:defPPr>
            <a:lvl1pPr algn="l">
              <a:defRPr sz="1875" b="0">
                <a:solidFill>
                  <a:srgbClr val="17251F"/>
                </a:solidFill>
              </a:defRPr>
            </a:lvl1pPr>
            <a:lvl2pPr algn="l">
              <a:defRPr sz="1875" b="0">
                <a:solidFill>
                  <a:srgbClr val="17251F"/>
                </a:solidFill>
              </a:defRPr>
            </a:lvl2pPr>
            <a:lvl3pPr algn="l">
              <a:defRPr sz="1875" b="0">
                <a:solidFill>
                  <a:srgbClr val="17251F"/>
                </a:solidFill>
              </a:defRPr>
            </a:lvl3pPr>
            <a:lvl4pPr algn="l">
              <a:defRPr sz="1875" b="0">
                <a:solidFill>
                  <a:srgbClr val="17251F"/>
                </a:solidFill>
              </a:defRPr>
            </a:lvl4pPr>
            <a:lvl5pPr algn="l">
              <a:defRPr sz="1875" b="0">
                <a:solidFill>
                  <a:srgbClr val="17251F"/>
                </a:solidFill>
              </a:defRPr>
            </a:lvl5pPr>
            <a:lvl6pPr algn="l">
              <a:defRPr sz="1875" b="0">
                <a:solidFill>
                  <a:srgbClr val="17251F"/>
                </a:solidFill>
              </a:defRPr>
            </a:lvl6pPr>
            <a:lvl7pPr algn="l">
              <a:defRPr sz="1875" b="0">
                <a:solidFill>
                  <a:srgbClr val="17251F"/>
                </a:solidFill>
              </a:defRPr>
            </a:lvl7pPr>
            <a:lvl8pPr algn="l">
              <a:defRPr sz="1875" b="0">
                <a:solidFill>
                  <a:srgbClr val="17251F"/>
                </a:solidFill>
              </a:defRPr>
            </a:lvl8pPr>
            <a:lvl9pPr algn="l">
              <a:defRPr sz="1875" b="0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51F"/>
                </a:solidFill>
              </a:defRPr>
            </a:pPr>
            <a:r>
              <a:rPr sz="1875" b="0">
                <a:solidFill>
                  <a:srgbClr val="17251F"/>
                </a:solidFill>
              </a:rPr>
              <a:t>En Ubuntu local, las secuencias 22–25 quedaron en SQLite y CSV. En AWS, las secuencias 23 y 24 aparecen en PostgreSQL y CSV.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72C485-FFBF-427C-9762-791D3D0A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10191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9E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94F976-1FA3-4113-A30D-BA49400D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38625"/>
            <a:ext cx="10287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4C6357"/>
                </a:solidFill>
              </a:defRPr>
            </a:defPPr>
            <a:lvl1pPr algn="l">
              <a:defRPr sz="1800" b="0">
                <a:solidFill>
                  <a:srgbClr val="4C6357"/>
                </a:solidFill>
              </a:defRPr>
            </a:lvl1pPr>
            <a:lvl2pPr algn="l">
              <a:defRPr sz="1800" b="0">
                <a:solidFill>
                  <a:srgbClr val="4C6357"/>
                </a:solidFill>
              </a:defRPr>
            </a:lvl2pPr>
            <a:lvl3pPr algn="l">
              <a:defRPr sz="1800" b="0">
                <a:solidFill>
                  <a:srgbClr val="4C6357"/>
                </a:solidFill>
              </a:defRPr>
            </a:lvl3pPr>
            <a:lvl4pPr algn="l">
              <a:defRPr sz="1800" b="0">
                <a:solidFill>
                  <a:srgbClr val="4C6357"/>
                </a:solidFill>
              </a:defRPr>
            </a:lvl4pPr>
            <a:lvl5pPr algn="l">
              <a:defRPr sz="1800" b="0">
                <a:solidFill>
                  <a:srgbClr val="4C6357"/>
                </a:solidFill>
              </a:defRPr>
            </a:lvl5pPr>
            <a:lvl6pPr algn="l">
              <a:defRPr sz="1800" b="0">
                <a:solidFill>
                  <a:srgbClr val="4C6357"/>
                </a:solidFill>
              </a:defRPr>
            </a:lvl6pPr>
            <a:lvl7pPr algn="l">
              <a:defRPr sz="1800" b="0">
                <a:solidFill>
                  <a:srgbClr val="4C6357"/>
                </a:solidFill>
              </a:defRPr>
            </a:lvl7pPr>
            <a:lvl8pPr algn="l">
              <a:defRPr sz="1800" b="0">
                <a:solidFill>
                  <a:srgbClr val="4C6357"/>
                </a:solidFill>
              </a:defRPr>
            </a:lvl8pPr>
            <a:lvl9pPr algn="l">
              <a:defRPr sz="1800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C6357"/>
                </a:solidFill>
              </a:defRPr>
            </a:pPr>
            <a:r>
              <a:rPr sz="1800" b="0">
                <a:solidFill>
                  <a:srgbClr val="4C6357"/>
                </a:solidFill>
              </a:rPr>
              <a:t>La conexión Wi-Fi de Wokwi falló durante una prueba anterior y después se recuperó. Los datos son simulados, el broker MQTT es público y el servidor AWS usa HTTP.</a:t>
            </a:r>
          </a:p>
        </p:txBody>
      </p:sp>
    </p:spTree>
    <p:extLst>
      <p:ext uri="{BB962C8B-B14F-4D97-AF65-F5344CB8AC3E}">
        <p14:creationId xmlns:p14="http://schemas.microsoft.com/office/powerpoint/2010/main" val="7348156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52C208-EC1E-4D99-A0DC-728E3A2C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A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867BFC-A495-4779-88AA-A08C0A5A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0744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73B30"/>
                </a:solidFill>
              </a:defRPr>
            </a:defPPr>
            <a:lvl1pPr algn="l">
              <a:defRPr sz="2850" b="1">
                <a:solidFill>
                  <a:srgbClr val="173B30"/>
                </a:solidFill>
              </a:defRPr>
            </a:lvl1pPr>
            <a:lvl2pPr algn="l">
              <a:defRPr sz="2850" b="1">
                <a:solidFill>
                  <a:srgbClr val="173B30"/>
                </a:solidFill>
              </a:defRPr>
            </a:lvl2pPr>
            <a:lvl3pPr algn="l">
              <a:defRPr sz="2850" b="1">
                <a:solidFill>
                  <a:srgbClr val="173B30"/>
                </a:solidFill>
              </a:defRPr>
            </a:lvl3pPr>
            <a:lvl4pPr algn="l">
              <a:defRPr sz="2850" b="1">
                <a:solidFill>
                  <a:srgbClr val="173B30"/>
                </a:solidFill>
              </a:defRPr>
            </a:lvl4pPr>
            <a:lvl5pPr algn="l">
              <a:defRPr sz="2850" b="1">
                <a:solidFill>
                  <a:srgbClr val="173B30"/>
                </a:solidFill>
              </a:defRPr>
            </a:lvl5pPr>
            <a:lvl6pPr algn="l">
              <a:defRPr sz="2850" b="1">
                <a:solidFill>
                  <a:srgbClr val="173B30"/>
                </a:solidFill>
              </a:defRPr>
            </a:lvl6pPr>
            <a:lvl7pPr algn="l">
              <a:defRPr sz="2850" b="1">
                <a:solidFill>
                  <a:srgbClr val="173B30"/>
                </a:solidFill>
              </a:defRPr>
            </a:lvl7pPr>
            <a:lvl8pPr algn="l">
              <a:defRPr sz="2850" b="1">
                <a:solidFill>
                  <a:srgbClr val="173B30"/>
                </a:solidFill>
              </a:defRPr>
            </a:lvl8pPr>
            <a:lvl9pPr algn="l">
              <a:defRPr sz="2850" b="1">
                <a:solidFill>
                  <a:srgbClr val="173B30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3B30"/>
                </a:solidFill>
              </a:defRPr>
            </a:pPr>
            <a:r>
              <a:rPr sz="2850" b="1">
                <a:solidFill>
                  <a:srgbClr val="173B30"/>
                </a:solidFill>
              </a:rPr>
              <a:t>Demostración para la clase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EAA4F-D527-4C3E-B704-03FD54A9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4C6357"/>
                </a:solidFill>
              </a:defRPr>
            </a:defPPr>
            <a:lvl1pPr algn="l">
              <a:defRPr sz="1050" b="0">
                <a:solidFill>
                  <a:srgbClr val="4C6357"/>
                </a:solidFill>
              </a:defRPr>
            </a:lvl1pPr>
            <a:lvl2pPr algn="l">
              <a:defRPr sz="1050" b="0">
                <a:solidFill>
                  <a:srgbClr val="4C6357"/>
                </a:solidFill>
              </a:defRPr>
            </a:lvl2pPr>
            <a:lvl3pPr algn="l">
              <a:defRPr sz="1050" b="0">
                <a:solidFill>
                  <a:srgbClr val="4C6357"/>
                </a:solidFill>
              </a:defRPr>
            </a:lvl3pPr>
            <a:lvl4pPr algn="l">
              <a:defRPr sz="1050" b="0">
                <a:solidFill>
                  <a:srgbClr val="4C6357"/>
                </a:solidFill>
              </a:defRPr>
            </a:lvl4pPr>
            <a:lvl5pPr algn="l">
              <a:defRPr sz="1050" b="0">
                <a:solidFill>
                  <a:srgbClr val="4C6357"/>
                </a:solidFill>
              </a:defRPr>
            </a:lvl5pPr>
            <a:lvl6pPr algn="l">
              <a:defRPr sz="1050" b="0">
                <a:solidFill>
                  <a:srgbClr val="4C6357"/>
                </a:solidFill>
              </a:defRPr>
            </a:lvl6pPr>
            <a:lvl7pPr algn="l">
              <a:defRPr sz="1050" b="0">
                <a:solidFill>
                  <a:srgbClr val="4C6357"/>
                </a:solidFill>
              </a:defRPr>
            </a:lvl7pPr>
            <a:lvl8pPr algn="l">
              <a:defRPr sz="1050" b="0">
                <a:solidFill>
                  <a:srgbClr val="4C6357"/>
                </a:solidFill>
              </a:defRPr>
            </a:lvl8pPr>
            <a:lvl9pPr algn="l">
              <a:defRPr sz="1050" b="0">
                <a:solidFill>
                  <a:srgbClr val="4C6357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4C6357"/>
                </a:solidFill>
              </a:defRPr>
            </a:pPr>
            <a:r>
              <a:rPr sz="1050" b="0">
                <a:solidFill>
                  <a:srgbClr val="4C6357"/>
                </a:solidFill>
              </a:rPr>
              <a:t>Savia IoT  | 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3DAA05-8B7A-44BA-8EFC-369D0B26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47825"/>
            <a:ext cx="1038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17251F"/>
                </a:solidFill>
              </a:defRPr>
            </a:defPPr>
            <a:lvl1pPr algn="l">
              <a:defRPr sz="1800" b="0">
                <a:solidFill>
                  <a:srgbClr val="17251F"/>
                </a:solidFill>
              </a:defRPr>
            </a:lvl1pPr>
            <a:lvl2pPr algn="l">
              <a:defRPr sz="1800" b="0">
                <a:solidFill>
                  <a:srgbClr val="17251F"/>
                </a:solidFill>
              </a:defRPr>
            </a:lvl2pPr>
            <a:lvl3pPr algn="l">
              <a:defRPr sz="1800" b="0">
                <a:solidFill>
                  <a:srgbClr val="17251F"/>
                </a:solidFill>
              </a:defRPr>
            </a:lvl3pPr>
            <a:lvl4pPr algn="l">
              <a:defRPr sz="1800" b="0">
                <a:solidFill>
                  <a:srgbClr val="17251F"/>
                </a:solidFill>
              </a:defRPr>
            </a:lvl4pPr>
            <a:lvl5pPr algn="l">
              <a:defRPr sz="1800" b="0">
                <a:solidFill>
                  <a:srgbClr val="17251F"/>
                </a:solidFill>
              </a:defRPr>
            </a:lvl5pPr>
            <a:lvl6pPr algn="l">
              <a:defRPr sz="1800" b="0">
                <a:solidFill>
                  <a:srgbClr val="17251F"/>
                </a:solidFill>
              </a:defRPr>
            </a:lvl6pPr>
            <a:lvl7pPr algn="l">
              <a:defRPr sz="1800" b="0">
                <a:solidFill>
                  <a:srgbClr val="17251F"/>
                </a:solidFill>
              </a:defRPr>
            </a:lvl7pPr>
            <a:lvl8pPr algn="l">
              <a:defRPr sz="1800" b="0">
                <a:solidFill>
                  <a:srgbClr val="17251F"/>
                </a:solidFill>
              </a:defRPr>
            </a:lvl8pPr>
            <a:lvl9pPr algn="l">
              <a:defRPr sz="1800" b="0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51F"/>
                </a:solidFill>
              </a:defRPr>
            </a:pPr>
            <a:r>
              <a:rPr sz="1800" b="0">
                <a:solidFill>
                  <a:srgbClr val="17251F"/>
                </a:solidFill>
              </a:rPr>
              <a:t>1. Iniciar Wokwi y variar la temperatura del DHT22.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3A91BC-79A8-4A6E-A60B-99346405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038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17251F"/>
                </a:solidFill>
              </a:defRPr>
            </a:defPPr>
            <a:lvl1pPr algn="l">
              <a:defRPr sz="1800" b="0">
                <a:solidFill>
                  <a:srgbClr val="17251F"/>
                </a:solidFill>
              </a:defRPr>
            </a:lvl1pPr>
            <a:lvl2pPr algn="l">
              <a:defRPr sz="1800" b="0">
                <a:solidFill>
                  <a:srgbClr val="17251F"/>
                </a:solidFill>
              </a:defRPr>
            </a:lvl2pPr>
            <a:lvl3pPr algn="l">
              <a:defRPr sz="1800" b="0">
                <a:solidFill>
                  <a:srgbClr val="17251F"/>
                </a:solidFill>
              </a:defRPr>
            </a:lvl3pPr>
            <a:lvl4pPr algn="l">
              <a:defRPr sz="1800" b="0">
                <a:solidFill>
                  <a:srgbClr val="17251F"/>
                </a:solidFill>
              </a:defRPr>
            </a:lvl4pPr>
            <a:lvl5pPr algn="l">
              <a:defRPr sz="1800" b="0">
                <a:solidFill>
                  <a:srgbClr val="17251F"/>
                </a:solidFill>
              </a:defRPr>
            </a:lvl5pPr>
            <a:lvl6pPr algn="l">
              <a:defRPr sz="1800" b="0">
                <a:solidFill>
                  <a:srgbClr val="17251F"/>
                </a:solidFill>
              </a:defRPr>
            </a:lvl6pPr>
            <a:lvl7pPr algn="l">
              <a:defRPr sz="1800" b="0">
                <a:solidFill>
                  <a:srgbClr val="17251F"/>
                </a:solidFill>
              </a:defRPr>
            </a:lvl7pPr>
            <a:lvl8pPr algn="l">
              <a:defRPr sz="1800" b="0">
                <a:solidFill>
                  <a:srgbClr val="17251F"/>
                </a:solidFill>
              </a:defRPr>
            </a:lvl8pPr>
            <a:lvl9pPr algn="l">
              <a:defRPr sz="1800" b="0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51F"/>
                </a:solidFill>
              </a:defRPr>
            </a:pPr>
            <a:r>
              <a:rPr sz="1800" b="0">
                <a:solidFill>
                  <a:srgbClr val="17251F"/>
                </a:solidFill>
              </a:rPr>
              <a:t>2. Mostrar el monitor serial y la respuesta local del LED.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B9FDC0-79D6-412E-A3AF-7A94DEB4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1038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17251F"/>
                </a:solidFill>
              </a:defRPr>
            </a:defPPr>
            <a:lvl1pPr algn="l">
              <a:defRPr sz="1800" b="0">
                <a:solidFill>
                  <a:srgbClr val="17251F"/>
                </a:solidFill>
              </a:defRPr>
            </a:lvl1pPr>
            <a:lvl2pPr algn="l">
              <a:defRPr sz="1800" b="0">
                <a:solidFill>
                  <a:srgbClr val="17251F"/>
                </a:solidFill>
              </a:defRPr>
            </a:lvl2pPr>
            <a:lvl3pPr algn="l">
              <a:defRPr sz="1800" b="0">
                <a:solidFill>
                  <a:srgbClr val="17251F"/>
                </a:solidFill>
              </a:defRPr>
            </a:lvl3pPr>
            <a:lvl4pPr algn="l">
              <a:defRPr sz="1800" b="0">
                <a:solidFill>
                  <a:srgbClr val="17251F"/>
                </a:solidFill>
              </a:defRPr>
            </a:lvl4pPr>
            <a:lvl5pPr algn="l">
              <a:defRPr sz="1800" b="0">
                <a:solidFill>
                  <a:srgbClr val="17251F"/>
                </a:solidFill>
              </a:defRPr>
            </a:lvl5pPr>
            <a:lvl6pPr algn="l">
              <a:defRPr sz="1800" b="0">
                <a:solidFill>
                  <a:srgbClr val="17251F"/>
                </a:solidFill>
              </a:defRPr>
            </a:lvl6pPr>
            <a:lvl7pPr algn="l">
              <a:defRPr sz="1800" b="0">
                <a:solidFill>
                  <a:srgbClr val="17251F"/>
                </a:solidFill>
              </a:defRPr>
            </a:lvl7pPr>
            <a:lvl8pPr algn="l">
              <a:defRPr sz="1800" b="0">
                <a:solidFill>
                  <a:srgbClr val="17251F"/>
                </a:solidFill>
              </a:defRPr>
            </a:lvl8pPr>
            <a:lvl9pPr algn="l">
              <a:defRPr sz="1800" b="0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51F"/>
                </a:solidFill>
              </a:defRPr>
            </a:pPr>
            <a:r>
              <a:rPr sz="1800" b="0">
                <a:solidFill>
                  <a:srgbClr val="17251F"/>
                </a:solidFill>
              </a:rPr>
              <a:t>3. Confirmar conexión antes de afirmar que entran datos nuevos.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AC7B9-2F1A-4F12-9911-DAAB9DB9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90975"/>
            <a:ext cx="1038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17251F"/>
                </a:solidFill>
              </a:defRPr>
            </a:defPPr>
            <a:lvl1pPr algn="l">
              <a:defRPr sz="1800" b="0">
                <a:solidFill>
                  <a:srgbClr val="17251F"/>
                </a:solidFill>
              </a:defRPr>
            </a:lvl1pPr>
            <a:lvl2pPr algn="l">
              <a:defRPr sz="1800" b="0">
                <a:solidFill>
                  <a:srgbClr val="17251F"/>
                </a:solidFill>
              </a:defRPr>
            </a:lvl2pPr>
            <a:lvl3pPr algn="l">
              <a:defRPr sz="1800" b="0">
                <a:solidFill>
                  <a:srgbClr val="17251F"/>
                </a:solidFill>
              </a:defRPr>
            </a:lvl3pPr>
            <a:lvl4pPr algn="l">
              <a:defRPr sz="1800" b="0">
                <a:solidFill>
                  <a:srgbClr val="17251F"/>
                </a:solidFill>
              </a:defRPr>
            </a:lvl4pPr>
            <a:lvl5pPr algn="l">
              <a:defRPr sz="1800" b="0">
                <a:solidFill>
                  <a:srgbClr val="17251F"/>
                </a:solidFill>
              </a:defRPr>
            </a:lvl5pPr>
            <a:lvl6pPr algn="l">
              <a:defRPr sz="1800" b="0">
                <a:solidFill>
                  <a:srgbClr val="17251F"/>
                </a:solidFill>
              </a:defRPr>
            </a:lvl6pPr>
            <a:lvl7pPr algn="l">
              <a:defRPr sz="1800" b="0">
                <a:solidFill>
                  <a:srgbClr val="17251F"/>
                </a:solidFill>
              </a:defRPr>
            </a:lvl7pPr>
            <a:lvl8pPr algn="l">
              <a:defRPr sz="1800" b="0">
                <a:solidFill>
                  <a:srgbClr val="17251F"/>
                </a:solidFill>
              </a:defRPr>
            </a:lvl8pPr>
            <a:lvl9pPr algn="l">
              <a:defRPr sz="1800" b="0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51F"/>
                </a:solidFill>
              </a:defRPr>
            </a:pPr>
            <a:r>
              <a:rPr sz="1800" b="0">
                <a:solidFill>
                  <a:srgbClr val="17251F"/>
                </a:solidFill>
              </a:rPr>
              <a:t>4. Comparar una secuencia en Ubuntu local y AWS, con DB y CSV.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A1800C-EA03-4E29-973B-5BDDED5F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72025"/>
            <a:ext cx="1038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17251F"/>
                </a:solidFill>
              </a:defRPr>
            </a:defPPr>
            <a:lvl1pPr algn="l">
              <a:defRPr sz="1800" b="0">
                <a:solidFill>
                  <a:srgbClr val="17251F"/>
                </a:solidFill>
              </a:defRPr>
            </a:lvl1pPr>
            <a:lvl2pPr algn="l">
              <a:defRPr sz="1800" b="0">
                <a:solidFill>
                  <a:srgbClr val="17251F"/>
                </a:solidFill>
              </a:defRPr>
            </a:lvl2pPr>
            <a:lvl3pPr algn="l">
              <a:defRPr sz="1800" b="0">
                <a:solidFill>
                  <a:srgbClr val="17251F"/>
                </a:solidFill>
              </a:defRPr>
            </a:lvl3pPr>
            <a:lvl4pPr algn="l">
              <a:defRPr sz="1800" b="0">
                <a:solidFill>
                  <a:srgbClr val="17251F"/>
                </a:solidFill>
              </a:defRPr>
            </a:lvl4pPr>
            <a:lvl5pPr algn="l">
              <a:defRPr sz="1800" b="0">
                <a:solidFill>
                  <a:srgbClr val="17251F"/>
                </a:solidFill>
              </a:defRPr>
            </a:lvl5pPr>
            <a:lvl6pPr algn="l">
              <a:defRPr sz="1800" b="0">
                <a:solidFill>
                  <a:srgbClr val="17251F"/>
                </a:solidFill>
              </a:defRPr>
            </a:lvl6pPr>
            <a:lvl7pPr algn="l">
              <a:defRPr sz="1800" b="0">
                <a:solidFill>
                  <a:srgbClr val="17251F"/>
                </a:solidFill>
              </a:defRPr>
            </a:lvl7pPr>
            <a:lvl8pPr algn="l">
              <a:defRPr sz="1800" b="0">
                <a:solidFill>
                  <a:srgbClr val="17251F"/>
                </a:solidFill>
              </a:defRPr>
            </a:lvl8pPr>
            <a:lvl9pPr algn="l">
              <a:defRPr sz="1800" b="0">
                <a:solidFill>
                  <a:srgbClr val="17251F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51F"/>
                </a:solidFill>
              </a:defRPr>
            </a:pPr>
            <a:r>
              <a:rPr sz="1800" b="0">
                <a:solidFill>
                  <a:srgbClr val="17251F"/>
                </a:solidFill>
              </a:rPr>
              <a:t>5. Mostrar en AWS la VM pública, RDS privado y sus reglas de acceso.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AF686C-7AF9-4DF1-8087-D275C9DF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48350"/>
            <a:ext cx="1019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277A53"/>
                </a:solidFill>
              </a:defRPr>
            </a:defPPr>
            <a:lvl1pPr algn="l">
              <a:defRPr sz="1500" b="1">
                <a:solidFill>
                  <a:srgbClr val="277A53"/>
                </a:solidFill>
              </a:defRPr>
            </a:lvl1pPr>
            <a:lvl2pPr algn="l">
              <a:defRPr sz="1500" b="1">
                <a:solidFill>
                  <a:srgbClr val="277A53"/>
                </a:solidFill>
              </a:defRPr>
            </a:lvl2pPr>
            <a:lvl3pPr algn="l">
              <a:defRPr sz="1500" b="1">
                <a:solidFill>
                  <a:srgbClr val="277A53"/>
                </a:solidFill>
              </a:defRPr>
            </a:lvl3pPr>
            <a:lvl4pPr algn="l">
              <a:defRPr sz="1500" b="1">
                <a:solidFill>
                  <a:srgbClr val="277A53"/>
                </a:solidFill>
              </a:defRPr>
            </a:lvl4pPr>
            <a:lvl5pPr algn="l">
              <a:defRPr sz="1500" b="1">
                <a:solidFill>
                  <a:srgbClr val="277A53"/>
                </a:solidFill>
              </a:defRPr>
            </a:lvl5pPr>
            <a:lvl6pPr algn="l">
              <a:defRPr sz="1500" b="1">
                <a:solidFill>
                  <a:srgbClr val="277A53"/>
                </a:solidFill>
              </a:defRPr>
            </a:lvl6pPr>
            <a:lvl7pPr algn="l">
              <a:defRPr sz="1500" b="1">
                <a:solidFill>
                  <a:srgbClr val="277A53"/>
                </a:solidFill>
              </a:defRPr>
            </a:lvl7pPr>
            <a:lvl8pPr algn="l">
              <a:defRPr sz="1500" b="1">
                <a:solidFill>
                  <a:srgbClr val="277A53"/>
                </a:solidFill>
              </a:defRPr>
            </a:lvl8pPr>
            <a:lvl9pPr algn="l">
              <a:defRPr sz="1500" b="1">
                <a:solidFill>
                  <a:srgbClr val="277A53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77A53"/>
                </a:solidFill>
              </a:defRPr>
            </a:pPr>
            <a:r>
              <a:rPr sz="1500" b="1">
                <a:solidFill>
                  <a:srgbClr val="277A53"/>
                </a:solidFill>
              </a:rPr>
              <a:t>Repositorio: github.com/nathernandez1189/savia-iot</a:t>
            </a:r>
          </a:p>
        </p:txBody>
      </p:sp>
    </p:spTree>
    <p:extLst>
      <p:ext uri="{BB962C8B-B14F-4D97-AF65-F5344CB8AC3E}">
        <p14:creationId xmlns:p14="http://schemas.microsoft.com/office/powerpoint/2010/main" val="17556350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2026-10-24T15:23:45.8850000Z</dcterms:created>
  <dcterms:modified xsi:type="dcterms:W3CDTF">2026-10-24T15:23:45.8850000Z</dcterms:modified>
</coreProperties>
</file>