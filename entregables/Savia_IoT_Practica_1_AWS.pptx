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8f7a4d46b34ffc" /><Relationship Type="http://schemas.openxmlformats.org/officeDocument/2006/relationships/extended-properties" Target="/docProps/app.xml" Id="R3b1786787fc44eca" /><Relationship Type="http://schemas.openxmlformats.org/officeDocument/2006/relationships/officeDocument" Target="/ppt/presentation.xml" Id="R9d19fd24d0ab4a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5ce2fcf11042d9"/>
  </p:sldMasterIdLst>
  <p:notesMasterIdLst>
    <p:notesMasterId xmlns:r="http://schemas.openxmlformats.org/officeDocument/2006/relationships" r:id="Re0cdc4f5944b4f11"/>
  </p:notesMasterIdLst>
  <p:sldIdLst>
    <p:sldId xmlns:r="http://schemas.openxmlformats.org/officeDocument/2006/relationships" id="256" r:id="R8997c6699d1f47a4"/>
    <p:sldId xmlns:r="http://schemas.openxmlformats.org/officeDocument/2006/relationships" id="257" r:id="Ra79527a840cf40b4"/>
    <p:sldId xmlns:r="http://schemas.openxmlformats.org/officeDocument/2006/relationships" id="258" r:id="R0b8439fc0c814bfb"/>
    <p:sldId xmlns:r="http://schemas.openxmlformats.org/officeDocument/2006/relationships" id="259" r:id="Rd7c17a986c80435b"/>
    <p:sldId xmlns:r="http://schemas.openxmlformats.org/officeDocument/2006/relationships" id="260" r:id="R47a148acf9534b52"/>
    <p:sldId xmlns:r="http://schemas.openxmlformats.org/officeDocument/2006/relationships" id="261" r:id="R19d1e2cbbba84a73"/>
    <p:sldId xmlns:r="http://schemas.openxmlformats.org/officeDocument/2006/relationships" id="262" r:id="R7769e4c7accf434e"/>
    <p:sldId xmlns:r="http://schemas.openxmlformats.org/officeDocument/2006/relationships" id="263" r:id="R28304724ba7640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07cd374f5241d1" /><Relationship Type="http://schemas.openxmlformats.org/officeDocument/2006/relationships/slideMaster" Target="/ppt/slideMasters/slideMaster1.xml" Id="R335ce2fcf11042d9" /><Relationship Type="http://schemas.openxmlformats.org/officeDocument/2006/relationships/notesMaster" Target="/ppt/notesMasters/notesMaster1.xml" Id="Re0cdc4f5944b4f11" /><Relationship Type="http://schemas.openxmlformats.org/officeDocument/2006/relationships/presProps" Target="/ppt/presProps.xml" Id="R754f523671c84950" /><Relationship Type="http://schemas.openxmlformats.org/officeDocument/2006/relationships/tableStyles" Target="/ppt/tableStyles.xml" Id="Rfc6f363a84784aa7" /><Relationship Type="http://schemas.openxmlformats.org/officeDocument/2006/relationships/slide" Target="/ppt/slides/slide1.xml" Id="R8997c6699d1f47a4" /><Relationship Type="http://schemas.openxmlformats.org/officeDocument/2006/relationships/slide" Target="/ppt/slides/slide2.xml" Id="Ra79527a840cf40b4" /><Relationship Type="http://schemas.openxmlformats.org/officeDocument/2006/relationships/slide" Target="/ppt/slides/slide3.xml" Id="R0b8439fc0c814bfb" /><Relationship Type="http://schemas.openxmlformats.org/officeDocument/2006/relationships/slide" Target="/ppt/slides/slide4.xml" Id="Rd7c17a986c80435b" /><Relationship Type="http://schemas.openxmlformats.org/officeDocument/2006/relationships/slide" Target="/ppt/slides/slide5.xml" Id="R47a148acf9534b52" /><Relationship Type="http://schemas.openxmlformats.org/officeDocument/2006/relationships/slide" Target="/ppt/slides/slide6.xml" Id="R19d1e2cbbba84a73" /><Relationship Type="http://schemas.openxmlformats.org/officeDocument/2006/relationships/slide" Target="/ppt/slides/slide7.xml" Id="R7769e4c7accf434e" /><Relationship Type="http://schemas.openxmlformats.org/officeDocument/2006/relationships/slide" Target="/ppt/slides/slide8.xml" Id="R28304724ba7640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63bd16395145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ae100873544aed" /><Relationship Type="http://schemas.openxmlformats.org/officeDocument/2006/relationships/notesMaster" Target="/ppt/notesMasters/notesMaster1.xml" Id="Rbd8036aadfe04d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0e465cfdd944d9" /><Relationship Type="http://schemas.openxmlformats.org/officeDocument/2006/relationships/notesMaster" Target="/ppt/notesMasters/notesMaster1.xml" Id="Rca3eabf7899445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731eaffac24746" /><Relationship Type="http://schemas.openxmlformats.org/officeDocument/2006/relationships/notesMaster" Target="/ppt/notesMasters/notesMaster1.xml" Id="R7711430a20fd4a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d4e20663cc4f0f" /><Relationship Type="http://schemas.openxmlformats.org/officeDocument/2006/relationships/notesMaster" Target="/ppt/notesMasters/notesMaster1.xml" Id="R364b26df90e24d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43124ef14948fa" /><Relationship Type="http://schemas.openxmlformats.org/officeDocument/2006/relationships/notesMaster" Target="/ppt/notesMasters/notesMaster1.xml" Id="R3a8457592a7540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1ab014eb354ec4" /><Relationship Type="http://schemas.openxmlformats.org/officeDocument/2006/relationships/notesMaster" Target="/ppt/notesMasters/notesMaster1.xml" Id="R8cdf99eaae2e41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ae940507244efc" /><Relationship Type="http://schemas.openxmlformats.org/officeDocument/2006/relationships/notesMaster" Target="/ppt/notesMasters/notesMaster1.xml" Id="Re9babebac3c94c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fe54f7b4f742fc" /><Relationship Type="http://schemas.openxmlformats.org/officeDocument/2006/relationships/notesMaster" Target="/ppt/notesMasters/notesMaster1.xml" Id="R732f76633a1444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b298c816244f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248a5266f649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80c6ecec949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8cf95cb6542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92751adddf43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33e9485a5744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B0E581-C18F-493E-8AAC-A26EE5B10F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6B9412D-9413-4158-90DD-19F3623F46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5FDF5FA-494B-4EDD-B363-54030A95CD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659CD8-8B38-46D9-9E1C-706180A1EF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DF95DD-0C6F-4765-9182-2EE5EBE9BF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575AF5-A887-4555-AB05-C77E1EE224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079CC1-8323-4A1B-AF5E-2E5B86BF35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C04FC88-9650-47B9-92E9-A7EB5CC5E6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B1E94F-935D-4F80-A00D-F7E2D8E441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3C146B-8B6D-4227-81B0-C2B588631D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711034bc9b4c16" /><Relationship Type="http://schemas.openxmlformats.org/officeDocument/2006/relationships/slideLayout" Target="/ppt/slideLayouts/slideLayout1.xml" Id="R503c1ea25c944bd6" /><Relationship Type="http://schemas.openxmlformats.org/officeDocument/2006/relationships/slideLayout" Target="/ppt/slideLayouts/slideLayout2.xml" Id="Re533f7d569c84ca9" /><Relationship Type="http://schemas.openxmlformats.org/officeDocument/2006/relationships/slideLayout" Target="/ppt/slideLayouts/slideLayout3.xml" Id="R7fae4323156241da" /><Relationship Type="http://schemas.openxmlformats.org/officeDocument/2006/relationships/slideLayout" Target="/ppt/slideLayouts/slideLayout4.xml" Id="R38368d80a807499f" /><Relationship Type="http://schemas.openxmlformats.org/officeDocument/2006/relationships/slideLayout" Target="/ppt/slideLayouts/slideLayout5.xml" Id="R2ff05c96092c4e6e" /><Relationship Type="http://schemas.openxmlformats.org/officeDocument/2006/relationships/slideLayout" Target="/ppt/slideLayouts/slideLayout6.xml" Id="R80e43b724c5e4b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3c1ea25c944bd6"/>
    <p:sldLayoutId xmlns:r="http://schemas.openxmlformats.org/officeDocument/2006/relationships" id="2147483650" r:id="Re533f7d569c84ca9"/>
    <p:sldLayoutId xmlns:r="http://schemas.openxmlformats.org/officeDocument/2006/relationships" id="2147483651" r:id="R7fae4323156241da"/>
    <p:sldLayoutId xmlns:r="http://schemas.openxmlformats.org/officeDocument/2006/relationships" id="2147483652" r:id="R38368d80a807499f"/>
    <p:sldLayoutId xmlns:r="http://schemas.openxmlformats.org/officeDocument/2006/relationships" id="2147483653" r:id="R2ff05c96092c4e6e"/>
    <p:sldLayoutId xmlns:r="http://schemas.openxmlformats.org/officeDocument/2006/relationships" id="2147483654" r:id="R80e43b724c5e4b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f31071bf2a4583" /><Relationship Type="http://schemas.openxmlformats.org/officeDocument/2006/relationships/image" Target="/ppt/media/image.png" Id="R8a149295d8f44250" /><Relationship Type="http://schemas.openxmlformats.org/officeDocument/2006/relationships/image" Target="/ppt/media/image2.png" Id="Rf05ed0de9e714d18" /><Relationship Type="http://schemas.openxmlformats.org/officeDocument/2006/relationships/notesSlide" Target="/ppt/notesSlides/notesSlide1.xml" Id="Raaf50ebc04f942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fa6140fa9a4f9e" /><Relationship Type="http://schemas.openxmlformats.org/officeDocument/2006/relationships/notesSlide" Target="/ppt/notesSlides/notesSlide2.xml" Id="Rce159658a47544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0d60f1126640e1" /><Relationship Type="http://schemas.openxmlformats.org/officeDocument/2006/relationships/notesSlide" Target="/ppt/notesSlides/notesSlide3.xml" Id="R24c3cd4dc9ec49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ab7c69f6ef44b8" /><Relationship Type="http://schemas.openxmlformats.org/officeDocument/2006/relationships/notesSlide" Target="/ppt/notesSlides/notesSlide4.xml" Id="R6615b797f7d348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803df2a75a4118" /><Relationship Type="http://schemas.openxmlformats.org/officeDocument/2006/relationships/notesSlide" Target="/ppt/notesSlides/notesSlide5.xml" Id="R3ca05f5f11fe40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250725cfec4673" /><Relationship Type="http://schemas.openxmlformats.org/officeDocument/2006/relationships/notesSlide" Target="/ppt/notesSlides/notesSlide6.xml" Id="R93fb90fe37a542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84130c77a848ef" /><Relationship Type="http://schemas.openxmlformats.org/officeDocument/2006/relationships/notesSlide" Target="/ppt/notesSlides/notesSlide7.xml" Id="R95a5380541a04e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8b1b5fdf1246bb" /><Relationship Type="http://schemas.openxmlformats.org/officeDocument/2006/relationships/notesSlide" Target="/ppt/notesSlides/notesSlide8.xml" Id="R27a7530e62a742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A49CC-2B06-4894-8AAC-CAAC1440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280AE-0E1D-416F-9453-0EAF0DEF6A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49295d8f44250"/>
          <a:srcRect xmlns:a="http://schemas.openxmlformats.org/drawingml/2006/main" l="22685" t="0" r="226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BAE41-87B4-4316-8210-B0280A1D38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ed0de9e714d18"/>
          <a:stretch xmlns:a="http://schemas.openxmlformats.org/drawingml/2006/main"/>
        </p:blipFill>
        <p:spPr>
          <a:xfrm xmlns:a="http://schemas.openxmlformats.org/drawingml/2006/main">
            <a:off x="781050" y="59055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92811-58DF-485E-BA92-7247AF1F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561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350" b="1">
                <a:solidFill>
                  <a:srgbClr val="173B30"/>
                </a:solidFill>
              </a:defRPr>
            </a:defPPr>
            <a:lvl1pPr algn="l">
              <a:defRPr sz="4350" b="1">
                <a:solidFill>
                  <a:srgbClr val="173B30"/>
                </a:solidFill>
              </a:defRPr>
            </a:lvl1pPr>
            <a:lvl2pPr algn="l">
              <a:defRPr sz="4350" b="1">
                <a:solidFill>
                  <a:srgbClr val="173B30"/>
                </a:solidFill>
              </a:defRPr>
            </a:lvl2pPr>
            <a:lvl3pPr algn="l">
              <a:defRPr sz="4350" b="1">
                <a:solidFill>
                  <a:srgbClr val="173B30"/>
                </a:solidFill>
              </a:defRPr>
            </a:lvl3pPr>
            <a:lvl4pPr algn="l">
              <a:defRPr sz="4350" b="1">
                <a:solidFill>
                  <a:srgbClr val="173B30"/>
                </a:solidFill>
              </a:defRPr>
            </a:lvl4pPr>
            <a:lvl5pPr algn="l">
              <a:defRPr sz="4350" b="1">
                <a:solidFill>
                  <a:srgbClr val="173B30"/>
                </a:solidFill>
              </a:defRPr>
            </a:lvl5pPr>
            <a:lvl6pPr algn="l">
              <a:defRPr sz="4350" b="1">
                <a:solidFill>
                  <a:srgbClr val="173B30"/>
                </a:solidFill>
              </a:defRPr>
            </a:lvl6pPr>
            <a:lvl7pPr algn="l">
              <a:defRPr sz="4350" b="1">
                <a:solidFill>
                  <a:srgbClr val="173B30"/>
                </a:solidFill>
              </a:defRPr>
            </a:lvl7pPr>
            <a:lvl8pPr algn="l">
              <a:defRPr sz="4350" b="1">
                <a:solidFill>
                  <a:srgbClr val="173B30"/>
                </a:solidFill>
              </a:defRPr>
            </a:lvl8pPr>
            <a:lvl9pPr algn="l">
              <a:defRPr sz="4350" b="1">
                <a:solidFill>
                  <a:srgbClr val="173B30"/>
                </a:solidFill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3B30"/>
                </a:solidFill>
              </a:defRPr>
            </a:pPr>
            <a:r>
              <a:rPr sz="4350" b="1">
                <a:solidFill>
                  <a:srgbClr val="173B30"/>
                </a:solidFill>
              </a:rPr>
              <a:t>Savia IoT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AD15F-8735-4486-B1D4-9A14886D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0">
                <a:solidFill>
                  <a:srgbClr val="17251F"/>
                </a:solidFill>
              </a:defRPr>
            </a:defPPr>
            <a:lvl1pPr algn="l">
              <a:defRPr sz="2325" b="0">
                <a:solidFill>
                  <a:srgbClr val="17251F"/>
                </a:solidFill>
              </a:defRPr>
            </a:lvl1pPr>
            <a:lvl2pPr algn="l">
              <a:defRPr sz="2325" b="0">
                <a:solidFill>
                  <a:srgbClr val="17251F"/>
                </a:solidFill>
              </a:defRPr>
            </a:lvl2pPr>
            <a:lvl3pPr algn="l">
              <a:defRPr sz="2325" b="0">
                <a:solidFill>
                  <a:srgbClr val="17251F"/>
                </a:solidFill>
              </a:defRPr>
            </a:lvl3pPr>
            <a:lvl4pPr algn="l">
              <a:defRPr sz="2325" b="0">
                <a:solidFill>
                  <a:srgbClr val="17251F"/>
                </a:solidFill>
              </a:defRPr>
            </a:lvl4pPr>
            <a:lvl5pPr algn="l">
              <a:defRPr sz="2325" b="0">
                <a:solidFill>
                  <a:srgbClr val="17251F"/>
                </a:solidFill>
              </a:defRPr>
            </a:lvl5pPr>
            <a:lvl6pPr algn="l">
              <a:defRPr sz="2325" b="0">
                <a:solidFill>
                  <a:srgbClr val="17251F"/>
                </a:solidFill>
              </a:defRPr>
            </a:lvl6pPr>
            <a:lvl7pPr algn="l">
              <a:defRPr sz="2325" b="0">
                <a:solidFill>
                  <a:srgbClr val="17251F"/>
                </a:solidFill>
              </a:defRPr>
            </a:lvl7pPr>
            <a:lvl8pPr algn="l">
              <a:defRPr sz="2325" b="0">
                <a:solidFill>
                  <a:srgbClr val="17251F"/>
                </a:solidFill>
              </a:defRPr>
            </a:lvl8pPr>
            <a:lvl9pPr algn="l">
              <a:defRPr sz="2325" b="0">
                <a:solidFill>
                  <a:srgbClr val="17251F"/>
                </a:solidFill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7251F"/>
                </a:solidFill>
              </a:defRPr>
            </a:pPr>
            <a:r>
              <a:rPr sz="2325" b="0">
                <a:solidFill>
                  <a:srgbClr val="17251F"/>
                </a:solidFill>
              </a:rPr>
              <a:t>Monitoreo de un invernadero de tomates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6B693-9A3B-4E06-8060-7D3D26B8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CC41A-6352-448A-8319-52F2F8EA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4C6357"/>
                </a:solidFill>
              </a:defRPr>
            </a:defPPr>
            <a:lvl1pPr algn="l">
              <a:defRPr sz="1575" b="0">
                <a:solidFill>
                  <a:srgbClr val="4C6357"/>
                </a:solidFill>
              </a:defRPr>
            </a:lvl1pPr>
            <a:lvl2pPr algn="l">
              <a:defRPr sz="1575" b="0">
                <a:solidFill>
                  <a:srgbClr val="4C6357"/>
                </a:solidFill>
              </a:defRPr>
            </a:lvl2pPr>
            <a:lvl3pPr algn="l">
              <a:defRPr sz="1575" b="0">
                <a:solidFill>
                  <a:srgbClr val="4C6357"/>
                </a:solidFill>
              </a:defRPr>
            </a:lvl3pPr>
            <a:lvl4pPr algn="l">
              <a:defRPr sz="1575" b="0">
                <a:solidFill>
                  <a:srgbClr val="4C6357"/>
                </a:solidFill>
              </a:defRPr>
            </a:lvl4pPr>
            <a:lvl5pPr algn="l">
              <a:defRPr sz="1575" b="0">
                <a:solidFill>
                  <a:srgbClr val="4C6357"/>
                </a:solidFill>
              </a:defRPr>
            </a:lvl5pPr>
            <a:lvl6pPr algn="l">
              <a:defRPr sz="1575" b="0">
                <a:solidFill>
                  <a:srgbClr val="4C6357"/>
                </a:solidFill>
              </a:defRPr>
            </a:lvl6pPr>
            <a:lvl7pPr algn="l">
              <a:defRPr sz="1575" b="0">
                <a:solidFill>
                  <a:srgbClr val="4C6357"/>
                </a:solidFill>
              </a:defRPr>
            </a:lvl7pPr>
            <a:lvl8pPr algn="l">
              <a:defRPr sz="1575" b="0">
                <a:solidFill>
                  <a:srgbClr val="4C6357"/>
                </a:solidFill>
              </a:defRPr>
            </a:lvl8pPr>
            <a:lvl9pPr algn="l">
              <a:defRPr sz="1575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C6357"/>
                </a:solidFill>
              </a:defRPr>
            </a:pPr>
            <a:r>
              <a:rPr sz="1575" b="0">
                <a:solidFill>
                  <a:srgbClr val="4C6357"/>
                </a:solidFill>
              </a:rPr>
              <a:t>Práctica 1 · Servidor web para un proyecto de IoT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40797-04C2-4080-8F17-4D588AEB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4C6357"/>
                </a:solidFill>
              </a:defRPr>
            </a:defPPr>
            <a:lvl1pPr algn="l">
              <a:defRPr sz="1275" b="0">
                <a:solidFill>
                  <a:srgbClr val="4C6357"/>
                </a:solidFill>
              </a:defRPr>
            </a:lvl1pPr>
            <a:lvl2pPr algn="l">
              <a:defRPr sz="1275" b="0">
                <a:solidFill>
                  <a:srgbClr val="4C6357"/>
                </a:solidFill>
              </a:defRPr>
            </a:lvl2pPr>
            <a:lvl3pPr algn="l">
              <a:defRPr sz="1275" b="0">
                <a:solidFill>
                  <a:srgbClr val="4C6357"/>
                </a:solidFill>
              </a:defRPr>
            </a:lvl3pPr>
            <a:lvl4pPr algn="l">
              <a:defRPr sz="1275" b="0">
                <a:solidFill>
                  <a:srgbClr val="4C6357"/>
                </a:solidFill>
              </a:defRPr>
            </a:lvl4pPr>
            <a:lvl5pPr algn="l">
              <a:defRPr sz="1275" b="0">
                <a:solidFill>
                  <a:srgbClr val="4C6357"/>
                </a:solidFill>
              </a:defRPr>
            </a:lvl5pPr>
            <a:lvl6pPr algn="l">
              <a:defRPr sz="1275" b="0">
                <a:solidFill>
                  <a:srgbClr val="4C6357"/>
                </a:solidFill>
              </a:defRPr>
            </a:lvl6pPr>
            <a:lvl7pPr algn="l">
              <a:defRPr sz="1275" b="0">
                <a:solidFill>
                  <a:srgbClr val="4C6357"/>
                </a:solidFill>
              </a:defRPr>
            </a:lvl7pPr>
            <a:lvl8pPr algn="l">
              <a:defRPr sz="1275" b="0">
                <a:solidFill>
                  <a:srgbClr val="4C6357"/>
                </a:solidFill>
              </a:defRPr>
            </a:lvl8pPr>
            <a:lvl9pPr algn="l">
              <a:defRPr sz="1275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4C6357"/>
                </a:solidFill>
              </a:defRPr>
            </a:pPr>
            <a:r>
              <a:rPr sz="1275" b="0">
                <a:solidFill>
                  <a:srgbClr val="4C6357"/>
                </a:solidFill>
              </a:rPr>
              <a:t>Inteligencia Artificial Aplicada a Internet de las Cosas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85BB2-4F54-4EB0-9A9B-107533DD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7251F"/>
                </a:solidFill>
              </a:defRPr>
            </a:defPPr>
            <a:lvl1pPr algn="l">
              <a:defRPr sz="1200" b="0">
                <a:solidFill>
                  <a:srgbClr val="17251F"/>
                </a:solidFill>
              </a:defRPr>
            </a:lvl1pPr>
            <a:lvl2pPr algn="l">
              <a:defRPr sz="1200" b="0">
                <a:solidFill>
                  <a:srgbClr val="17251F"/>
                </a:solidFill>
              </a:defRPr>
            </a:lvl2pPr>
            <a:lvl3pPr algn="l">
              <a:defRPr sz="1200" b="0">
                <a:solidFill>
                  <a:srgbClr val="17251F"/>
                </a:solidFill>
              </a:defRPr>
            </a:lvl3pPr>
            <a:lvl4pPr algn="l">
              <a:defRPr sz="1200" b="0">
                <a:solidFill>
                  <a:srgbClr val="17251F"/>
                </a:solidFill>
              </a:defRPr>
            </a:lvl4pPr>
            <a:lvl5pPr algn="l">
              <a:defRPr sz="1200" b="0">
                <a:solidFill>
                  <a:srgbClr val="17251F"/>
                </a:solidFill>
              </a:defRPr>
            </a:lvl5pPr>
            <a:lvl6pPr algn="l">
              <a:defRPr sz="1200" b="0">
                <a:solidFill>
                  <a:srgbClr val="17251F"/>
                </a:solidFill>
              </a:defRPr>
            </a:lvl6pPr>
            <a:lvl7pPr algn="l">
              <a:defRPr sz="1200" b="0">
                <a:solidFill>
                  <a:srgbClr val="17251F"/>
                </a:solidFill>
              </a:defRPr>
            </a:lvl7pPr>
            <a:lvl8pPr algn="l">
              <a:defRPr sz="1200" b="0">
                <a:solidFill>
                  <a:srgbClr val="17251F"/>
                </a:solidFill>
              </a:defRPr>
            </a:lvl8pPr>
            <a:lvl9pPr algn="l">
              <a:defRPr sz="1200" b="0">
                <a:solidFill>
                  <a:srgbClr val="17251F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251F"/>
                </a:solidFill>
              </a:defRPr>
            </a:pPr>
            <a:r>
              <a:rPr sz="1200" b="0">
                <a:solidFill>
                  <a:srgbClr val="17251F"/>
                </a:solidFill>
              </a:rPr>
              <a:t>Natalia Hernández Piedrahita · Sidney Leonardo Leusson Angulo</a:t>
            </a:r>
          </a:p>
          <a:p xmlns:a="http://schemas.openxmlformats.org/drawingml/2006/main">
            <a:pPr algn="l">
              <a:defRPr sz="1200" b="0">
                <a:solidFill>
                  <a:srgbClr val="17251F"/>
                </a:solidFill>
              </a:defRPr>
            </a:pPr>
            <a:r>
              <a:rPr sz="1200" b="0">
                <a:solidFill>
                  <a:srgbClr val="17251F"/>
                </a:solidFill>
              </a:rPr>
              <a:t>José Fernando Luque Cajiao · Jarvin David Alvarado Garcés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3CA0D-1A86-4DD8-BFB7-DF329AD9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15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4C6357"/>
                </a:solidFill>
              </a:defRPr>
            </a:defPPr>
            <a:lvl1pPr algn="l">
              <a:defRPr sz="1125" b="0">
                <a:solidFill>
                  <a:srgbClr val="4C6357"/>
                </a:solidFill>
              </a:defRPr>
            </a:lvl1pPr>
            <a:lvl2pPr algn="l">
              <a:defRPr sz="1125" b="0">
                <a:solidFill>
                  <a:srgbClr val="4C6357"/>
                </a:solidFill>
              </a:defRPr>
            </a:lvl2pPr>
            <a:lvl3pPr algn="l">
              <a:defRPr sz="1125" b="0">
                <a:solidFill>
                  <a:srgbClr val="4C6357"/>
                </a:solidFill>
              </a:defRPr>
            </a:lvl3pPr>
            <a:lvl4pPr algn="l">
              <a:defRPr sz="1125" b="0">
                <a:solidFill>
                  <a:srgbClr val="4C6357"/>
                </a:solidFill>
              </a:defRPr>
            </a:lvl4pPr>
            <a:lvl5pPr algn="l">
              <a:defRPr sz="1125" b="0">
                <a:solidFill>
                  <a:srgbClr val="4C6357"/>
                </a:solidFill>
              </a:defRPr>
            </a:lvl5pPr>
            <a:lvl6pPr algn="l">
              <a:defRPr sz="1125" b="0">
                <a:solidFill>
                  <a:srgbClr val="4C6357"/>
                </a:solidFill>
              </a:defRPr>
            </a:lvl6pPr>
            <a:lvl7pPr algn="l">
              <a:defRPr sz="1125" b="0">
                <a:solidFill>
                  <a:srgbClr val="4C6357"/>
                </a:solidFill>
              </a:defRPr>
            </a:lvl7pPr>
            <a:lvl8pPr algn="l">
              <a:defRPr sz="1125" b="0">
                <a:solidFill>
                  <a:srgbClr val="4C6357"/>
                </a:solidFill>
              </a:defRPr>
            </a:lvl8pPr>
            <a:lvl9pPr algn="l">
              <a:defRPr sz="1125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C6357"/>
                </a:solidFill>
              </a:defRPr>
            </a:pPr>
            <a:r>
              <a:rPr sz="1125" b="0">
                <a:solidFill>
                  <a:srgbClr val="4C6357"/>
                </a:solidFill>
              </a:rPr>
              <a:t>Docente: Jhorman Andrés Villanueva Vivas</a:t>
            </a:r>
          </a:p>
        </p:txBody>
      </p:sp>
    </p:spTree>
    <p:extLst>
      <p:ext uri="{BB962C8B-B14F-4D97-AF65-F5344CB8AC3E}">
        <p14:creationId xmlns:p14="http://schemas.microsoft.com/office/powerpoint/2010/main" val="11656542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6F0068-4934-4A43-BF28-9B689294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AB25E-2E94-48C8-A4F2-4C721523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0744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B30"/>
                </a:solidFill>
              </a:defRPr>
            </a:defPPr>
            <a:lvl1pPr algn="l">
              <a:defRPr sz="2850" b="1">
                <a:solidFill>
                  <a:srgbClr val="173B30"/>
                </a:solidFill>
              </a:defRPr>
            </a:lvl1pPr>
            <a:lvl2pPr algn="l">
              <a:defRPr sz="2850" b="1">
                <a:solidFill>
                  <a:srgbClr val="173B30"/>
                </a:solidFill>
              </a:defRPr>
            </a:lvl2pPr>
            <a:lvl3pPr algn="l">
              <a:defRPr sz="2850" b="1">
                <a:solidFill>
                  <a:srgbClr val="173B30"/>
                </a:solidFill>
              </a:defRPr>
            </a:lvl3pPr>
            <a:lvl4pPr algn="l">
              <a:defRPr sz="2850" b="1">
                <a:solidFill>
                  <a:srgbClr val="173B30"/>
                </a:solidFill>
              </a:defRPr>
            </a:lvl4pPr>
            <a:lvl5pPr algn="l">
              <a:defRPr sz="2850" b="1">
                <a:solidFill>
                  <a:srgbClr val="173B30"/>
                </a:solidFill>
              </a:defRPr>
            </a:lvl5pPr>
            <a:lvl6pPr algn="l">
              <a:defRPr sz="2850" b="1">
                <a:solidFill>
                  <a:srgbClr val="173B30"/>
                </a:solidFill>
              </a:defRPr>
            </a:lvl6pPr>
            <a:lvl7pPr algn="l">
              <a:defRPr sz="2850" b="1">
                <a:solidFill>
                  <a:srgbClr val="173B30"/>
                </a:solidFill>
              </a:defRPr>
            </a:lvl7pPr>
            <a:lvl8pPr algn="l">
              <a:defRPr sz="2850" b="1">
                <a:solidFill>
                  <a:srgbClr val="173B30"/>
                </a:solidFill>
              </a:defRPr>
            </a:lvl8pPr>
            <a:lvl9pPr algn="l">
              <a:defRPr sz="2850" b="1">
                <a:solidFill>
                  <a:srgbClr val="173B30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B30"/>
                </a:solidFill>
              </a:defRPr>
            </a:pPr>
            <a:r>
              <a:rPr sz="2850" b="1">
                <a:solidFill>
                  <a:srgbClr val="173B30"/>
                </a:solidFill>
              </a:rPr>
              <a:t>Caso de uso y componentes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9B4DF-2DA2-4772-A338-934920C2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4C6357"/>
                </a:solidFill>
              </a:defRPr>
            </a:defPPr>
            <a:lvl1pPr algn="l">
              <a:defRPr sz="1050" b="0">
                <a:solidFill>
                  <a:srgbClr val="4C6357"/>
                </a:solidFill>
              </a:defRPr>
            </a:lvl1pPr>
            <a:lvl2pPr algn="l">
              <a:defRPr sz="1050" b="0">
                <a:solidFill>
                  <a:srgbClr val="4C6357"/>
                </a:solidFill>
              </a:defRPr>
            </a:lvl2pPr>
            <a:lvl3pPr algn="l">
              <a:defRPr sz="1050" b="0">
                <a:solidFill>
                  <a:srgbClr val="4C6357"/>
                </a:solidFill>
              </a:defRPr>
            </a:lvl3pPr>
            <a:lvl4pPr algn="l">
              <a:defRPr sz="1050" b="0">
                <a:solidFill>
                  <a:srgbClr val="4C6357"/>
                </a:solidFill>
              </a:defRPr>
            </a:lvl4pPr>
            <a:lvl5pPr algn="l">
              <a:defRPr sz="1050" b="0">
                <a:solidFill>
                  <a:srgbClr val="4C6357"/>
                </a:solidFill>
              </a:defRPr>
            </a:lvl5pPr>
            <a:lvl6pPr algn="l">
              <a:defRPr sz="1050" b="0">
                <a:solidFill>
                  <a:srgbClr val="4C6357"/>
                </a:solidFill>
              </a:defRPr>
            </a:lvl6pPr>
            <a:lvl7pPr algn="l">
              <a:defRPr sz="1050" b="0">
                <a:solidFill>
                  <a:srgbClr val="4C6357"/>
                </a:solidFill>
              </a:defRPr>
            </a:lvl7pPr>
            <a:lvl8pPr algn="l">
              <a:defRPr sz="1050" b="0">
                <a:solidFill>
                  <a:srgbClr val="4C6357"/>
                </a:solidFill>
              </a:defRPr>
            </a:lvl8pPr>
            <a:lvl9pPr algn="l">
              <a:defRPr sz="1050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C6357"/>
                </a:solidFill>
              </a:defRPr>
            </a:pPr>
            <a:r>
              <a:rPr sz="1050" b="0">
                <a:solidFill>
                  <a:srgbClr val="4C6357"/>
                </a:solidFill>
              </a:rPr>
              <a:t>Savia IoT  |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A7576-A2BF-4F3F-8BDD-42B4BF67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17251F"/>
                </a:solidFill>
              </a:defRPr>
            </a:defPPr>
            <a:lvl1pPr algn="l">
              <a:defRPr sz="2100" b="0">
                <a:solidFill>
                  <a:srgbClr val="17251F"/>
                </a:solidFill>
              </a:defRPr>
            </a:lvl1pPr>
            <a:lvl2pPr algn="l">
              <a:defRPr sz="2100" b="0">
                <a:solidFill>
                  <a:srgbClr val="17251F"/>
                </a:solidFill>
              </a:defRPr>
            </a:lvl2pPr>
            <a:lvl3pPr algn="l">
              <a:defRPr sz="2100" b="0">
                <a:solidFill>
                  <a:srgbClr val="17251F"/>
                </a:solidFill>
              </a:defRPr>
            </a:lvl3pPr>
            <a:lvl4pPr algn="l">
              <a:defRPr sz="2100" b="0">
                <a:solidFill>
                  <a:srgbClr val="17251F"/>
                </a:solidFill>
              </a:defRPr>
            </a:lvl4pPr>
            <a:lvl5pPr algn="l">
              <a:defRPr sz="2100" b="0">
                <a:solidFill>
                  <a:srgbClr val="17251F"/>
                </a:solidFill>
              </a:defRPr>
            </a:lvl5pPr>
            <a:lvl6pPr algn="l">
              <a:defRPr sz="2100" b="0">
                <a:solidFill>
                  <a:srgbClr val="17251F"/>
                </a:solidFill>
              </a:defRPr>
            </a:lvl6pPr>
            <a:lvl7pPr algn="l">
              <a:defRPr sz="2100" b="0">
                <a:solidFill>
                  <a:srgbClr val="17251F"/>
                </a:solidFill>
              </a:defRPr>
            </a:lvl7pPr>
            <a:lvl8pPr algn="l">
              <a:defRPr sz="2100" b="0">
                <a:solidFill>
                  <a:srgbClr val="17251F"/>
                </a:solidFill>
              </a:defRPr>
            </a:lvl8pPr>
            <a:lvl9pPr algn="l">
              <a:defRPr sz="2100" b="0">
                <a:solidFill>
                  <a:srgbClr val="17251F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51F"/>
                </a:solidFill>
              </a:defRPr>
            </a:pPr>
            <a:r>
              <a:rPr sz="2100" b="0">
                <a:solidFill>
                  <a:srgbClr val="17251F"/>
                </a:solidFill>
              </a:rPr>
              <a:t>Un invernadero de tomates necesita conocer el ambiente interior para decidir cuándo ventilar.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F45D5-75D1-453A-A2FE-1E20AD66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73B30"/>
                </a:solidFill>
              </a:defRPr>
            </a:defPPr>
            <a:lvl1pPr algn="l">
              <a:defRPr sz="2025" b="1">
                <a:solidFill>
                  <a:srgbClr val="173B30"/>
                </a:solidFill>
              </a:defRPr>
            </a:lvl1pPr>
            <a:lvl2pPr algn="l">
              <a:defRPr sz="2025" b="1">
                <a:solidFill>
                  <a:srgbClr val="173B30"/>
                </a:solidFill>
              </a:defRPr>
            </a:lvl2pPr>
            <a:lvl3pPr algn="l">
              <a:defRPr sz="2025" b="1">
                <a:solidFill>
                  <a:srgbClr val="173B30"/>
                </a:solidFill>
              </a:defRPr>
            </a:lvl3pPr>
            <a:lvl4pPr algn="l">
              <a:defRPr sz="2025" b="1">
                <a:solidFill>
                  <a:srgbClr val="173B30"/>
                </a:solidFill>
              </a:defRPr>
            </a:lvl4pPr>
            <a:lvl5pPr algn="l">
              <a:defRPr sz="2025" b="1">
                <a:solidFill>
                  <a:srgbClr val="173B30"/>
                </a:solidFill>
              </a:defRPr>
            </a:lvl5pPr>
            <a:lvl6pPr algn="l">
              <a:defRPr sz="2025" b="1">
                <a:solidFill>
                  <a:srgbClr val="173B30"/>
                </a:solidFill>
              </a:defRPr>
            </a:lvl6pPr>
            <a:lvl7pPr algn="l">
              <a:defRPr sz="2025" b="1">
                <a:solidFill>
                  <a:srgbClr val="173B30"/>
                </a:solidFill>
              </a:defRPr>
            </a:lvl7pPr>
            <a:lvl8pPr algn="l">
              <a:defRPr sz="2025" b="1">
                <a:solidFill>
                  <a:srgbClr val="173B30"/>
                </a:solidFill>
              </a:defRPr>
            </a:lvl8pPr>
            <a:lvl9pPr algn="l">
              <a:defRPr sz="2025" b="1">
                <a:solidFill>
                  <a:srgbClr val="173B30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B30"/>
                </a:solidFill>
              </a:defRPr>
            </a:pPr>
            <a:r>
              <a:rPr sz="2025" b="1">
                <a:solidFill>
                  <a:srgbClr val="173B30"/>
                </a:solidFill>
              </a:rPr>
              <a:t>DHT22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CD808-3274-4F0E-991A-8A840BBF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351DA-EB0A-41A7-A3AA-EA7263B8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66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4C6357"/>
                </a:solidFill>
              </a:defRPr>
            </a:defPPr>
            <a:lvl1pPr algn="l">
              <a:defRPr sz="1725" b="0">
                <a:solidFill>
                  <a:srgbClr val="4C6357"/>
                </a:solidFill>
              </a:defRPr>
            </a:lvl1pPr>
            <a:lvl2pPr algn="l">
              <a:defRPr sz="1725" b="0">
                <a:solidFill>
                  <a:srgbClr val="4C6357"/>
                </a:solidFill>
              </a:defRPr>
            </a:lvl2pPr>
            <a:lvl3pPr algn="l">
              <a:defRPr sz="1725" b="0">
                <a:solidFill>
                  <a:srgbClr val="4C6357"/>
                </a:solidFill>
              </a:defRPr>
            </a:lvl3pPr>
            <a:lvl4pPr algn="l">
              <a:defRPr sz="1725" b="0">
                <a:solidFill>
                  <a:srgbClr val="4C6357"/>
                </a:solidFill>
              </a:defRPr>
            </a:lvl4pPr>
            <a:lvl5pPr algn="l">
              <a:defRPr sz="1725" b="0">
                <a:solidFill>
                  <a:srgbClr val="4C6357"/>
                </a:solidFill>
              </a:defRPr>
            </a:lvl5pPr>
            <a:lvl6pPr algn="l">
              <a:defRPr sz="1725" b="0">
                <a:solidFill>
                  <a:srgbClr val="4C6357"/>
                </a:solidFill>
              </a:defRPr>
            </a:lvl6pPr>
            <a:lvl7pPr algn="l">
              <a:defRPr sz="1725" b="0">
                <a:solidFill>
                  <a:srgbClr val="4C6357"/>
                </a:solidFill>
              </a:defRPr>
            </a:lvl7pPr>
            <a:lvl8pPr algn="l">
              <a:defRPr sz="1725" b="0">
                <a:solidFill>
                  <a:srgbClr val="4C6357"/>
                </a:solidFill>
              </a:defRPr>
            </a:lvl8pPr>
            <a:lvl9pPr algn="l">
              <a:defRPr sz="1725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C6357"/>
                </a:solidFill>
              </a:defRPr>
            </a:pPr>
            <a:r>
              <a:rPr sz="1725" b="0">
                <a:solidFill>
                  <a:srgbClr val="4C6357"/>
                </a:solidFill>
              </a:rPr>
              <a:t>Temperatura y humedad relativa del aire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5AF86-6364-4B77-9D1B-BA869B6F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6225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73B30"/>
                </a:solidFill>
              </a:defRPr>
            </a:defPPr>
            <a:lvl1pPr algn="l">
              <a:defRPr sz="2025" b="1">
                <a:solidFill>
                  <a:srgbClr val="173B30"/>
                </a:solidFill>
              </a:defRPr>
            </a:lvl1pPr>
            <a:lvl2pPr algn="l">
              <a:defRPr sz="2025" b="1">
                <a:solidFill>
                  <a:srgbClr val="173B30"/>
                </a:solidFill>
              </a:defRPr>
            </a:lvl2pPr>
            <a:lvl3pPr algn="l">
              <a:defRPr sz="2025" b="1">
                <a:solidFill>
                  <a:srgbClr val="173B30"/>
                </a:solidFill>
              </a:defRPr>
            </a:lvl3pPr>
            <a:lvl4pPr algn="l">
              <a:defRPr sz="2025" b="1">
                <a:solidFill>
                  <a:srgbClr val="173B30"/>
                </a:solidFill>
              </a:defRPr>
            </a:lvl4pPr>
            <a:lvl5pPr algn="l">
              <a:defRPr sz="2025" b="1">
                <a:solidFill>
                  <a:srgbClr val="173B30"/>
                </a:solidFill>
              </a:defRPr>
            </a:lvl5pPr>
            <a:lvl6pPr algn="l">
              <a:defRPr sz="2025" b="1">
                <a:solidFill>
                  <a:srgbClr val="173B30"/>
                </a:solidFill>
              </a:defRPr>
            </a:lvl6pPr>
            <a:lvl7pPr algn="l">
              <a:defRPr sz="2025" b="1">
                <a:solidFill>
                  <a:srgbClr val="173B30"/>
                </a:solidFill>
              </a:defRPr>
            </a:lvl7pPr>
            <a:lvl8pPr algn="l">
              <a:defRPr sz="2025" b="1">
                <a:solidFill>
                  <a:srgbClr val="173B30"/>
                </a:solidFill>
              </a:defRPr>
            </a:lvl8pPr>
            <a:lvl9pPr algn="l">
              <a:defRPr sz="2025" b="1">
                <a:solidFill>
                  <a:srgbClr val="173B30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B30"/>
                </a:solidFill>
              </a:defRPr>
            </a:pPr>
            <a:r>
              <a:rPr sz="2025" b="1">
                <a:solidFill>
                  <a:srgbClr val="173B30"/>
                </a:solidFill>
              </a:rPr>
              <a:t>ESP32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735E6-A550-4AA3-A109-44D5BC1A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766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666A7-FFEB-494C-8041-04C3A6FF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86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4C6357"/>
                </a:solidFill>
              </a:defRPr>
            </a:defPPr>
            <a:lvl1pPr algn="l">
              <a:defRPr sz="1725" b="0">
                <a:solidFill>
                  <a:srgbClr val="4C6357"/>
                </a:solidFill>
              </a:defRPr>
            </a:lvl1pPr>
            <a:lvl2pPr algn="l">
              <a:defRPr sz="1725" b="0">
                <a:solidFill>
                  <a:srgbClr val="4C6357"/>
                </a:solidFill>
              </a:defRPr>
            </a:lvl2pPr>
            <a:lvl3pPr algn="l">
              <a:defRPr sz="1725" b="0">
                <a:solidFill>
                  <a:srgbClr val="4C6357"/>
                </a:solidFill>
              </a:defRPr>
            </a:lvl3pPr>
            <a:lvl4pPr algn="l">
              <a:defRPr sz="1725" b="0">
                <a:solidFill>
                  <a:srgbClr val="4C6357"/>
                </a:solidFill>
              </a:defRPr>
            </a:lvl4pPr>
            <a:lvl5pPr algn="l">
              <a:defRPr sz="1725" b="0">
                <a:solidFill>
                  <a:srgbClr val="4C6357"/>
                </a:solidFill>
              </a:defRPr>
            </a:lvl5pPr>
            <a:lvl6pPr algn="l">
              <a:defRPr sz="1725" b="0">
                <a:solidFill>
                  <a:srgbClr val="4C6357"/>
                </a:solidFill>
              </a:defRPr>
            </a:lvl6pPr>
            <a:lvl7pPr algn="l">
              <a:defRPr sz="1725" b="0">
                <a:solidFill>
                  <a:srgbClr val="4C6357"/>
                </a:solidFill>
              </a:defRPr>
            </a:lvl7pPr>
            <a:lvl8pPr algn="l">
              <a:defRPr sz="1725" b="0">
                <a:solidFill>
                  <a:srgbClr val="4C6357"/>
                </a:solidFill>
              </a:defRPr>
            </a:lvl8pPr>
            <a:lvl9pPr algn="l">
              <a:defRPr sz="1725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C6357"/>
                </a:solidFill>
              </a:defRPr>
            </a:pPr>
            <a:r>
              <a:rPr sz="1725" b="0">
                <a:solidFill>
                  <a:srgbClr val="4C6357"/>
                </a:solidFill>
              </a:rPr>
              <a:t>Lectura del sensor, decisión local y comunicación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DB61C-82E7-4152-8D60-0AAF55FF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73B30"/>
                </a:solidFill>
              </a:defRPr>
            </a:defPPr>
            <a:lvl1pPr algn="l">
              <a:defRPr sz="2025" b="1">
                <a:solidFill>
                  <a:srgbClr val="173B30"/>
                </a:solidFill>
              </a:defRPr>
            </a:lvl1pPr>
            <a:lvl2pPr algn="l">
              <a:defRPr sz="2025" b="1">
                <a:solidFill>
                  <a:srgbClr val="173B30"/>
                </a:solidFill>
              </a:defRPr>
            </a:lvl2pPr>
            <a:lvl3pPr algn="l">
              <a:defRPr sz="2025" b="1">
                <a:solidFill>
                  <a:srgbClr val="173B30"/>
                </a:solidFill>
              </a:defRPr>
            </a:lvl3pPr>
            <a:lvl4pPr algn="l">
              <a:defRPr sz="2025" b="1">
                <a:solidFill>
                  <a:srgbClr val="173B30"/>
                </a:solidFill>
              </a:defRPr>
            </a:lvl4pPr>
            <a:lvl5pPr algn="l">
              <a:defRPr sz="2025" b="1">
                <a:solidFill>
                  <a:srgbClr val="173B30"/>
                </a:solidFill>
              </a:defRPr>
            </a:lvl5pPr>
            <a:lvl6pPr algn="l">
              <a:defRPr sz="2025" b="1">
                <a:solidFill>
                  <a:srgbClr val="173B30"/>
                </a:solidFill>
              </a:defRPr>
            </a:lvl6pPr>
            <a:lvl7pPr algn="l">
              <a:defRPr sz="2025" b="1">
                <a:solidFill>
                  <a:srgbClr val="173B30"/>
                </a:solidFill>
              </a:defRPr>
            </a:lvl7pPr>
            <a:lvl8pPr algn="l">
              <a:defRPr sz="2025" b="1">
                <a:solidFill>
                  <a:srgbClr val="173B30"/>
                </a:solidFill>
              </a:defRPr>
            </a:lvl8pPr>
            <a:lvl9pPr algn="l">
              <a:defRPr sz="2025" b="1">
                <a:solidFill>
                  <a:srgbClr val="173B30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B30"/>
                </a:solidFill>
              </a:defRPr>
            </a:pPr>
            <a:r>
              <a:rPr sz="2025" b="1">
                <a:solidFill>
                  <a:srgbClr val="173B30"/>
                </a:solidFill>
              </a:rPr>
              <a:t>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B4040-F94A-410E-B1CA-68F0C0D6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02819-B47A-441C-8D3A-D4099E29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86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4C6357"/>
                </a:solidFill>
              </a:defRPr>
            </a:defPPr>
            <a:lvl1pPr algn="l">
              <a:defRPr sz="1725" b="0">
                <a:solidFill>
                  <a:srgbClr val="4C6357"/>
                </a:solidFill>
              </a:defRPr>
            </a:lvl1pPr>
            <a:lvl2pPr algn="l">
              <a:defRPr sz="1725" b="0">
                <a:solidFill>
                  <a:srgbClr val="4C6357"/>
                </a:solidFill>
              </a:defRPr>
            </a:lvl2pPr>
            <a:lvl3pPr algn="l">
              <a:defRPr sz="1725" b="0">
                <a:solidFill>
                  <a:srgbClr val="4C6357"/>
                </a:solidFill>
              </a:defRPr>
            </a:lvl3pPr>
            <a:lvl4pPr algn="l">
              <a:defRPr sz="1725" b="0">
                <a:solidFill>
                  <a:srgbClr val="4C6357"/>
                </a:solidFill>
              </a:defRPr>
            </a:lvl4pPr>
            <a:lvl5pPr algn="l">
              <a:defRPr sz="1725" b="0">
                <a:solidFill>
                  <a:srgbClr val="4C6357"/>
                </a:solidFill>
              </a:defRPr>
            </a:lvl5pPr>
            <a:lvl6pPr algn="l">
              <a:defRPr sz="1725" b="0">
                <a:solidFill>
                  <a:srgbClr val="4C6357"/>
                </a:solidFill>
              </a:defRPr>
            </a:lvl6pPr>
            <a:lvl7pPr algn="l">
              <a:defRPr sz="1725" b="0">
                <a:solidFill>
                  <a:srgbClr val="4C6357"/>
                </a:solidFill>
              </a:defRPr>
            </a:lvl7pPr>
            <a:lvl8pPr algn="l">
              <a:defRPr sz="1725" b="0">
                <a:solidFill>
                  <a:srgbClr val="4C6357"/>
                </a:solidFill>
              </a:defRPr>
            </a:lvl8pPr>
            <a:lvl9pPr algn="l">
              <a:defRPr sz="1725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C6357"/>
                </a:solidFill>
              </a:defRPr>
            </a:pPr>
            <a:r>
              <a:rPr sz="1725" b="0">
                <a:solidFill>
                  <a:srgbClr val="4C6357"/>
                </a:solidFill>
              </a:rPr>
              <a:t>Indicador de ventilación simulada; no hay motor físico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428C8-63F3-48D0-9E2A-3D2FD92E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277A53"/>
                </a:solidFill>
              </a:defRPr>
            </a:defPPr>
            <a:lvl1pPr algn="l">
              <a:defRPr sz="1650" b="1">
                <a:solidFill>
                  <a:srgbClr val="277A53"/>
                </a:solidFill>
              </a:defRPr>
            </a:lvl1pPr>
            <a:lvl2pPr algn="l">
              <a:defRPr sz="1650" b="1">
                <a:solidFill>
                  <a:srgbClr val="277A53"/>
                </a:solidFill>
              </a:defRPr>
            </a:lvl2pPr>
            <a:lvl3pPr algn="l">
              <a:defRPr sz="1650" b="1">
                <a:solidFill>
                  <a:srgbClr val="277A53"/>
                </a:solidFill>
              </a:defRPr>
            </a:lvl3pPr>
            <a:lvl4pPr algn="l">
              <a:defRPr sz="1650" b="1">
                <a:solidFill>
                  <a:srgbClr val="277A53"/>
                </a:solidFill>
              </a:defRPr>
            </a:lvl4pPr>
            <a:lvl5pPr algn="l">
              <a:defRPr sz="1650" b="1">
                <a:solidFill>
                  <a:srgbClr val="277A53"/>
                </a:solidFill>
              </a:defRPr>
            </a:lvl5pPr>
            <a:lvl6pPr algn="l">
              <a:defRPr sz="1650" b="1">
                <a:solidFill>
                  <a:srgbClr val="277A53"/>
                </a:solidFill>
              </a:defRPr>
            </a:lvl6pPr>
            <a:lvl7pPr algn="l">
              <a:defRPr sz="1650" b="1">
                <a:solidFill>
                  <a:srgbClr val="277A53"/>
                </a:solidFill>
              </a:defRPr>
            </a:lvl7pPr>
            <a:lvl8pPr algn="l">
              <a:defRPr sz="1650" b="1">
                <a:solidFill>
                  <a:srgbClr val="277A53"/>
                </a:solidFill>
              </a:defRPr>
            </a:lvl8pPr>
            <a:lvl9pPr algn="l">
              <a:defRPr sz="1650" b="1">
                <a:solidFill>
                  <a:srgbClr val="277A5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77A53"/>
                </a:solidFill>
              </a:defRPr>
            </a:pPr>
            <a:r>
              <a:rPr sz="1650" b="1">
                <a:solidFill>
                  <a:srgbClr val="277A53"/>
                </a:solidFill>
              </a:rPr>
              <a:t>El montaje y sus datos son simulados en Wokwi.</a:t>
            </a:r>
          </a:p>
        </p:txBody>
      </p:sp>
    </p:spTree>
    <p:extLst>
      <p:ext uri="{BB962C8B-B14F-4D97-AF65-F5344CB8AC3E}">
        <p14:creationId xmlns:p14="http://schemas.microsoft.com/office/powerpoint/2010/main" val="396999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6AD6F-22B4-4599-8F5F-15AE30FC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0D002-E8EE-49A4-B5C1-A9DCA697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0744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B30"/>
                </a:solidFill>
              </a:defRPr>
            </a:defPPr>
            <a:lvl1pPr algn="l">
              <a:defRPr sz="2850" b="1">
                <a:solidFill>
                  <a:srgbClr val="173B30"/>
                </a:solidFill>
              </a:defRPr>
            </a:lvl1pPr>
            <a:lvl2pPr algn="l">
              <a:defRPr sz="2850" b="1">
                <a:solidFill>
                  <a:srgbClr val="173B30"/>
                </a:solidFill>
              </a:defRPr>
            </a:lvl2pPr>
            <a:lvl3pPr algn="l">
              <a:defRPr sz="2850" b="1">
                <a:solidFill>
                  <a:srgbClr val="173B30"/>
                </a:solidFill>
              </a:defRPr>
            </a:lvl3pPr>
            <a:lvl4pPr algn="l">
              <a:defRPr sz="2850" b="1">
                <a:solidFill>
                  <a:srgbClr val="173B30"/>
                </a:solidFill>
              </a:defRPr>
            </a:lvl4pPr>
            <a:lvl5pPr algn="l">
              <a:defRPr sz="2850" b="1">
                <a:solidFill>
                  <a:srgbClr val="173B30"/>
                </a:solidFill>
              </a:defRPr>
            </a:lvl5pPr>
            <a:lvl6pPr algn="l">
              <a:defRPr sz="2850" b="1">
                <a:solidFill>
                  <a:srgbClr val="173B30"/>
                </a:solidFill>
              </a:defRPr>
            </a:lvl6pPr>
            <a:lvl7pPr algn="l">
              <a:defRPr sz="2850" b="1">
                <a:solidFill>
                  <a:srgbClr val="173B30"/>
                </a:solidFill>
              </a:defRPr>
            </a:lvl7pPr>
            <a:lvl8pPr algn="l">
              <a:defRPr sz="2850" b="1">
                <a:solidFill>
                  <a:srgbClr val="173B30"/>
                </a:solidFill>
              </a:defRPr>
            </a:lvl8pPr>
            <a:lvl9pPr algn="l">
              <a:defRPr sz="2850" b="1">
                <a:solidFill>
                  <a:srgbClr val="173B30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B30"/>
                </a:solidFill>
              </a:defRPr>
            </a:pPr>
            <a:r>
              <a:rPr sz="2850" b="1">
                <a:solidFill>
                  <a:srgbClr val="173B30"/>
                </a:solidFill>
              </a:rPr>
              <a:t>Control automático de ventilación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85996-022D-4BFD-BBAD-70E5256B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4C6357"/>
                </a:solidFill>
              </a:defRPr>
            </a:defPPr>
            <a:lvl1pPr algn="l">
              <a:defRPr sz="1050" b="0">
                <a:solidFill>
                  <a:srgbClr val="4C6357"/>
                </a:solidFill>
              </a:defRPr>
            </a:lvl1pPr>
            <a:lvl2pPr algn="l">
              <a:defRPr sz="1050" b="0">
                <a:solidFill>
                  <a:srgbClr val="4C6357"/>
                </a:solidFill>
              </a:defRPr>
            </a:lvl2pPr>
            <a:lvl3pPr algn="l">
              <a:defRPr sz="1050" b="0">
                <a:solidFill>
                  <a:srgbClr val="4C6357"/>
                </a:solidFill>
              </a:defRPr>
            </a:lvl3pPr>
            <a:lvl4pPr algn="l">
              <a:defRPr sz="1050" b="0">
                <a:solidFill>
                  <a:srgbClr val="4C6357"/>
                </a:solidFill>
              </a:defRPr>
            </a:lvl4pPr>
            <a:lvl5pPr algn="l">
              <a:defRPr sz="1050" b="0">
                <a:solidFill>
                  <a:srgbClr val="4C6357"/>
                </a:solidFill>
              </a:defRPr>
            </a:lvl5pPr>
            <a:lvl6pPr algn="l">
              <a:defRPr sz="1050" b="0">
                <a:solidFill>
                  <a:srgbClr val="4C6357"/>
                </a:solidFill>
              </a:defRPr>
            </a:lvl6pPr>
            <a:lvl7pPr algn="l">
              <a:defRPr sz="1050" b="0">
                <a:solidFill>
                  <a:srgbClr val="4C6357"/>
                </a:solidFill>
              </a:defRPr>
            </a:lvl7pPr>
            <a:lvl8pPr algn="l">
              <a:defRPr sz="1050" b="0">
                <a:solidFill>
                  <a:srgbClr val="4C6357"/>
                </a:solidFill>
              </a:defRPr>
            </a:lvl8pPr>
            <a:lvl9pPr algn="l">
              <a:defRPr sz="1050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C6357"/>
                </a:solidFill>
              </a:defRPr>
            </a:pPr>
            <a:r>
              <a:rPr sz="1050" b="0">
                <a:solidFill>
                  <a:srgbClr val="4C6357"/>
                </a:solidFill>
              </a:rPr>
              <a:t>Savia IoT  |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E2172-1F46-4463-BD4A-0E6056D4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3B30"/>
                </a:solidFill>
              </a:defRPr>
            </a:defPPr>
            <a:lvl1pPr algn="l">
              <a:defRPr sz="2550" b="1">
                <a:solidFill>
                  <a:srgbClr val="173B30"/>
                </a:solidFill>
              </a:defRPr>
            </a:lvl1pPr>
            <a:lvl2pPr algn="l">
              <a:defRPr sz="2550" b="1">
                <a:solidFill>
                  <a:srgbClr val="173B30"/>
                </a:solidFill>
              </a:defRPr>
            </a:lvl2pPr>
            <a:lvl3pPr algn="l">
              <a:defRPr sz="2550" b="1">
                <a:solidFill>
                  <a:srgbClr val="173B30"/>
                </a:solidFill>
              </a:defRPr>
            </a:lvl3pPr>
            <a:lvl4pPr algn="l">
              <a:defRPr sz="2550" b="1">
                <a:solidFill>
                  <a:srgbClr val="173B30"/>
                </a:solidFill>
              </a:defRPr>
            </a:lvl4pPr>
            <a:lvl5pPr algn="l">
              <a:defRPr sz="2550" b="1">
                <a:solidFill>
                  <a:srgbClr val="173B30"/>
                </a:solidFill>
              </a:defRPr>
            </a:lvl5pPr>
            <a:lvl6pPr algn="l">
              <a:defRPr sz="2550" b="1">
                <a:solidFill>
                  <a:srgbClr val="173B30"/>
                </a:solidFill>
              </a:defRPr>
            </a:lvl6pPr>
            <a:lvl7pPr algn="l">
              <a:defRPr sz="2550" b="1">
                <a:solidFill>
                  <a:srgbClr val="173B30"/>
                </a:solidFill>
              </a:defRPr>
            </a:lvl7pPr>
            <a:lvl8pPr algn="l">
              <a:defRPr sz="2550" b="1">
                <a:solidFill>
                  <a:srgbClr val="173B30"/>
                </a:solidFill>
              </a:defRPr>
            </a:lvl8pPr>
            <a:lvl9pPr algn="l">
              <a:defRPr sz="2550" b="1">
                <a:solidFill>
                  <a:srgbClr val="173B30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B30"/>
                </a:solidFill>
              </a:defRPr>
            </a:pPr>
            <a:r>
              <a:rPr sz="2550" b="1">
                <a:solidFill>
                  <a:srgbClr val="173B30"/>
                </a:solidFill>
              </a:rPr>
              <a:t>Más de 30 °C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6CD6D-A263-4874-87CB-0A601BF8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4C6357"/>
                </a:solidFill>
              </a:defRPr>
            </a:defPPr>
            <a:lvl1pPr algn="l">
              <a:defRPr sz="1800" b="0">
                <a:solidFill>
                  <a:srgbClr val="4C6357"/>
                </a:solidFill>
              </a:defRPr>
            </a:lvl1pPr>
            <a:lvl2pPr algn="l">
              <a:defRPr sz="1800" b="0">
                <a:solidFill>
                  <a:srgbClr val="4C6357"/>
                </a:solidFill>
              </a:defRPr>
            </a:lvl2pPr>
            <a:lvl3pPr algn="l">
              <a:defRPr sz="1800" b="0">
                <a:solidFill>
                  <a:srgbClr val="4C6357"/>
                </a:solidFill>
              </a:defRPr>
            </a:lvl3pPr>
            <a:lvl4pPr algn="l">
              <a:defRPr sz="1800" b="0">
                <a:solidFill>
                  <a:srgbClr val="4C6357"/>
                </a:solidFill>
              </a:defRPr>
            </a:lvl4pPr>
            <a:lvl5pPr algn="l">
              <a:defRPr sz="1800" b="0">
                <a:solidFill>
                  <a:srgbClr val="4C6357"/>
                </a:solidFill>
              </a:defRPr>
            </a:lvl5pPr>
            <a:lvl6pPr algn="l">
              <a:defRPr sz="1800" b="0">
                <a:solidFill>
                  <a:srgbClr val="4C6357"/>
                </a:solidFill>
              </a:defRPr>
            </a:lvl6pPr>
            <a:lvl7pPr algn="l">
              <a:defRPr sz="1800" b="0">
                <a:solidFill>
                  <a:srgbClr val="4C6357"/>
                </a:solidFill>
              </a:defRPr>
            </a:lvl7pPr>
            <a:lvl8pPr algn="l">
              <a:defRPr sz="1800" b="0">
                <a:solidFill>
                  <a:srgbClr val="4C6357"/>
                </a:solidFill>
              </a:defRPr>
            </a:lvl8pPr>
            <a:lvl9pPr algn="l">
              <a:defRPr sz="1800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C6357"/>
                </a:solidFill>
              </a:defRPr>
            </a:pPr>
            <a:r>
              <a:rPr sz="1800" b="0">
                <a:solidFill>
                  <a:srgbClr val="4C6357"/>
                </a:solidFill>
              </a:rPr>
              <a:t>El ESP32 enciende el indicador.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476E3-8E30-499F-AC96-96524EC5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3B30"/>
                </a:solidFill>
              </a:defRPr>
            </a:defPPr>
            <a:lvl1pPr algn="l">
              <a:defRPr sz="2550" b="1">
                <a:solidFill>
                  <a:srgbClr val="173B30"/>
                </a:solidFill>
              </a:defRPr>
            </a:lvl1pPr>
            <a:lvl2pPr algn="l">
              <a:defRPr sz="2550" b="1">
                <a:solidFill>
                  <a:srgbClr val="173B30"/>
                </a:solidFill>
              </a:defRPr>
            </a:lvl2pPr>
            <a:lvl3pPr algn="l">
              <a:defRPr sz="2550" b="1">
                <a:solidFill>
                  <a:srgbClr val="173B30"/>
                </a:solidFill>
              </a:defRPr>
            </a:lvl3pPr>
            <a:lvl4pPr algn="l">
              <a:defRPr sz="2550" b="1">
                <a:solidFill>
                  <a:srgbClr val="173B30"/>
                </a:solidFill>
              </a:defRPr>
            </a:lvl4pPr>
            <a:lvl5pPr algn="l">
              <a:defRPr sz="2550" b="1">
                <a:solidFill>
                  <a:srgbClr val="173B30"/>
                </a:solidFill>
              </a:defRPr>
            </a:lvl5pPr>
            <a:lvl6pPr algn="l">
              <a:defRPr sz="2550" b="1">
                <a:solidFill>
                  <a:srgbClr val="173B30"/>
                </a:solidFill>
              </a:defRPr>
            </a:lvl6pPr>
            <a:lvl7pPr algn="l">
              <a:defRPr sz="2550" b="1">
                <a:solidFill>
                  <a:srgbClr val="173B30"/>
                </a:solidFill>
              </a:defRPr>
            </a:lvl7pPr>
            <a:lvl8pPr algn="l">
              <a:defRPr sz="2550" b="1">
                <a:solidFill>
                  <a:srgbClr val="173B30"/>
                </a:solidFill>
              </a:defRPr>
            </a:lvl8pPr>
            <a:lvl9pPr algn="l">
              <a:defRPr sz="2550" b="1">
                <a:solidFill>
                  <a:srgbClr val="173B30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B30"/>
                </a:solidFill>
              </a:defRPr>
            </a:pPr>
            <a:r>
              <a:rPr sz="2550" b="1">
                <a:solidFill>
                  <a:srgbClr val="173B30"/>
                </a:solidFill>
              </a:rPr>
              <a:t>Menos de 27 °C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55632-5F17-476F-B4B5-07342436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4C6357"/>
                </a:solidFill>
              </a:defRPr>
            </a:defPPr>
            <a:lvl1pPr algn="l">
              <a:defRPr sz="1800" b="0">
                <a:solidFill>
                  <a:srgbClr val="4C6357"/>
                </a:solidFill>
              </a:defRPr>
            </a:lvl1pPr>
            <a:lvl2pPr algn="l">
              <a:defRPr sz="1800" b="0">
                <a:solidFill>
                  <a:srgbClr val="4C6357"/>
                </a:solidFill>
              </a:defRPr>
            </a:lvl2pPr>
            <a:lvl3pPr algn="l">
              <a:defRPr sz="1800" b="0">
                <a:solidFill>
                  <a:srgbClr val="4C6357"/>
                </a:solidFill>
              </a:defRPr>
            </a:lvl3pPr>
            <a:lvl4pPr algn="l">
              <a:defRPr sz="1800" b="0">
                <a:solidFill>
                  <a:srgbClr val="4C6357"/>
                </a:solidFill>
              </a:defRPr>
            </a:lvl4pPr>
            <a:lvl5pPr algn="l">
              <a:defRPr sz="1800" b="0">
                <a:solidFill>
                  <a:srgbClr val="4C6357"/>
                </a:solidFill>
              </a:defRPr>
            </a:lvl5pPr>
            <a:lvl6pPr algn="l">
              <a:defRPr sz="1800" b="0">
                <a:solidFill>
                  <a:srgbClr val="4C6357"/>
                </a:solidFill>
              </a:defRPr>
            </a:lvl6pPr>
            <a:lvl7pPr algn="l">
              <a:defRPr sz="1800" b="0">
                <a:solidFill>
                  <a:srgbClr val="4C6357"/>
                </a:solidFill>
              </a:defRPr>
            </a:lvl7pPr>
            <a:lvl8pPr algn="l">
              <a:defRPr sz="1800" b="0">
                <a:solidFill>
                  <a:srgbClr val="4C6357"/>
                </a:solidFill>
              </a:defRPr>
            </a:lvl8pPr>
            <a:lvl9pPr algn="l">
              <a:defRPr sz="1800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C6357"/>
                </a:solidFill>
              </a:defRPr>
            </a:pPr>
            <a:r>
              <a:rPr sz="1800" b="0">
                <a:solidFill>
                  <a:srgbClr val="4C6357"/>
                </a:solidFill>
              </a:rPr>
              <a:t>El ESP32 apaga el indicador.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67D61-0B37-4DDA-A217-C96271A3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019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E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39A4D-E010-452A-9ED3-DE278192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7251F"/>
                </a:solidFill>
              </a:defRPr>
            </a:defPPr>
            <a:lvl1pPr algn="l">
              <a:defRPr sz="2250" b="1">
                <a:solidFill>
                  <a:srgbClr val="17251F"/>
                </a:solidFill>
              </a:defRPr>
            </a:lvl1pPr>
            <a:lvl2pPr algn="l">
              <a:defRPr sz="2250" b="1">
                <a:solidFill>
                  <a:srgbClr val="17251F"/>
                </a:solidFill>
              </a:defRPr>
            </a:lvl2pPr>
            <a:lvl3pPr algn="l">
              <a:defRPr sz="2250" b="1">
                <a:solidFill>
                  <a:srgbClr val="17251F"/>
                </a:solidFill>
              </a:defRPr>
            </a:lvl3pPr>
            <a:lvl4pPr algn="l">
              <a:defRPr sz="2250" b="1">
                <a:solidFill>
                  <a:srgbClr val="17251F"/>
                </a:solidFill>
              </a:defRPr>
            </a:lvl4pPr>
            <a:lvl5pPr algn="l">
              <a:defRPr sz="2250" b="1">
                <a:solidFill>
                  <a:srgbClr val="17251F"/>
                </a:solidFill>
              </a:defRPr>
            </a:lvl5pPr>
            <a:lvl6pPr algn="l">
              <a:defRPr sz="2250" b="1">
                <a:solidFill>
                  <a:srgbClr val="17251F"/>
                </a:solidFill>
              </a:defRPr>
            </a:lvl6pPr>
            <a:lvl7pPr algn="l">
              <a:defRPr sz="2250" b="1">
                <a:solidFill>
                  <a:srgbClr val="17251F"/>
                </a:solidFill>
              </a:defRPr>
            </a:lvl7pPr>
            <a:lvl8pPr algn="l">
              <a:defRPr sz="2250" b="1">
                <a:solidFill>
                  <a:srgbClr val="17251F"/>
                </a:solidFill>
              </a:defRPr>
            </a:lvl8pPr>
            <a:lvl9pPr algn="l">
              <a:defRPr sz="2250" b="1">
                <a:solidFill>
                  <a:srgbClr val="17251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51F"/>
                </a:solidFill>
              </a:defRPr>
            </a:pPr>
            <a:r>
              <a:rPr sz="2250" b="1">
                <a:solidFill>
                  <a:srgbClr val="17251F"/>
                </a:solidFill>
              </a:rPr>
              <a:t>Entre 27 °C y 30 °C conserva el estado anterior.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2F47C-257E-4D57-8F55-A45E9664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1019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4C6357"/>
                </a:solidFill>
              </a:defRPr>
            </a:defPPr>
            <a:lvl1pPr algn="l">
              <a:defRPr sz="1650" b="0">
                <a:solidFill>
                  <a:srgbClr val="4C6357"/>
                </a:solidFill>
              </a:defRPr>
            </a:lvl1pPr>
            <a:lvl2pPr algn="l">
              <a:defRPr sz="1650" b="0">
                <a:solidFill>
                  <a:srgbClr val="4C6357"/>
                </a:solidFill>
              </a:defRPr>
            </a:lvl2pPr>
            <a:lvl3pPr algn="l">
              <a:defRPr sz="1650" b="0">
                <a:solidFill>
                  <a:srgbClr val="4C6357"/>
                </a:solidFill>
              </a:defRPr>
            </a:lvl3pPr>
            <a:lvl4pPr algn="l">
              <a:defRPr sz="1650" b="0">
                <a:solidFill>
                  <a:srgbClr val="4C6357"/>
                </a:solidFill>
              </a:defRPr>
            </a:lvl4pPr>
            <a:lvl5pPr algn="l">
              <a:defRPr sz="1650" b="0">
                <a:solidFill>
                  <a:srgbClr val="4C6357"/>
                </a:solidFill>
              </a:defRPr>
            </a:lvl5pPr>
            <a:lvl6pPr algn="l">
              <a:defRPr sz="1650" b="0">
                <a:solidFill>
                  <a:srgbClr val="4C6357"/>
                </a:solidFill>
              </a:defRPr>
            </a:lvl6pPr>
            <a:lvl7pPr algn="l">
              <a:defRPr sz="1650" b="0">
                <a:solidFill>
                  <a:srgbClr val="4C6357"/>
                </a:solidFill>
              </a:defRPr>
            </a:lvl7pPr>
            <a:lvl8pPr algn="l">
              <a:defRPr sz="1650" b="0">
                <a:solidFill>
                  <a:srgbClr val="4C6357"/>
                </a:solidFill>
              </a:defRPr>
            </a:lvl8pPr>
            <a:lvl9pPr algn="l">
              <a:defRPr sz="1650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C6357"/>
                </a:solidFill>
              </a:defRPr>
            </a:pPr>
            <a:r>
              <a:rPr sz="1650" b="0">
                <a:solidFill>
                  <a:srgbClr val="4C6357"/>
                </a:solidFill>
              </a:rPr>
              <a:t>Esta histéresis evita cambios repetidos cerca de un único umbral. La regla sigue funcionando si se pierde la conexión.</a:t>
            </a:r>
          </a:p>
        </p:txBody>
      </p:sp>
    </p:spTree>
    <p:extLst>
      <p:ext uri="{BB962C8B-B14F-4D97-AF65-F5344CB8AC3E}">
        <p14:creationId xmlns:p14="http://schemas.microsoft.com/office/powerpoint/2010/main" val="1699845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1BB4C-BDAB-49F6-A190-88C29EA6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4F654-BDBF-49CA-8A80-9BBC817B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0744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B30"/>
                </a:solidFill>
              </a:defRPr>
            </a:defPPr>
            <a:lvl1pPr algn="l">
              <a:defRPr sz="2850" b="1">
                <a:solidFill>
                  <a:srgbClr val="173B30"/>
                </a:solidFill>
              </a:defRPr>
            </a:lvl1pPr>
            <a:lvl2pPr algn="l">
              <a:defRPr sz="2850" b="1">
                <a:solidFill>
                  <a:srgbClr val="173B30"/>
                </a:solidFill>
              </a:defRPr>
            </a:lvl2pPr>
            <a:lvl3pPr algn="l">
              <a:defRPr sz="2850" b="1">
                <a:solidFill>
                  <a:srgbClr val="173B30"/>
                </a:solidFill>
              </a:defRPr>
            </a:lvl3pPr>
            <a:lvl4pPr algn="l">
              <a:defRPr sz="2850" b="1">
                <a:solidFill>
                  <a:srgbClr val="173B30"/>
                </a:solidFill>
              </a:defRPr>
            </a:lvl4pPr>
            <a:lvl5pPr algn="l">
              <a:defRPr sz="2850" b="1">
                <a:solidFill>
                  <a:srgbClr val="173B30"/>
                </a:solidFill>
              </a:defRPr>
            </a:lvl5pPr>
            <a:lvl6pPr algn="l">
              <a:defRPr sz="2850" b="1">
                <a:solidFill>
                  <a:srgbClr val="173B30"/>
                </a:solidFill>
              </a:defRPr>
            </a:lvl6pPr>
            <a:lvl7pPr algn="l">
              <a:defRPr sz="2850" b="1">
                <a:solidFill>
                  <a:srgbClr val="173B30"/>
                </a:solidFill>
              </a:defRPr>
            </a:lvl7pPr>
            <a:lvl8pPr algn="l">
              <a:defRPr sz="2850" b="1">
                <a:solidFill>
                  <a:srgbClr val="173B30"/>
                </a:solidFill>
              </a:defRPr>
            </a:lvl8pPr>
            <a:lvl9pPr algn="l">
              <a:defRPr sz="2850" b="1">
                <a:solidFill>
                  <a:srgbClr val="173B30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B30"/>
                </a:solidFill>
              </a:defRPr>
            </a:pPr>
            <a:r>
              <a:rPr sz="2850" b="1">
                <a:solidFill>
                  <a:srgbClr val="173B30"/>
                </a:solidFill>
              </a:rPr>
              <a:t>Recorrido de una lectura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3008A-E80D-4057-86B9-0F627DC5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4C6357"/>
                </a:solidFill>
              </a:defRPr>
            </a:defPPr>
            <a:lvl1pPr algn="l">
              <a:defRPr sz="1050" b="0">
                <a:solidFill>
                  <a:srgbClr val="4C6357"/>
                </a:solidFill>
              </a:defRPr>
            </a:lvl1pPr>
            <a:lvl2pPr algn="l">
              <a:defRPr sz="1050" b="0">
                <a:solidFill>
                  <a:srgbClr val="4C6357"/>
                </a:solidFill>
              </a:defRPr>
            </a:lvl2pPr>
            <a:lvl3pPr algn="l">
              <a:defRPr sz="1050" b="0">
                <a:solidFill>
                  <a:srgbClr val="4C6357"/>
                </a:solidFill>
              </a:defRPr>
            </a:lvl3pPr>
            <a:lvl4pPr algn="l">
              <a:defRPr sz="1050" b="0">
                <a:solidFill>
                  <a:srgbClr val="4C6357"/>
                </a:solidFill>
              </a:defRPr>
            </a:lvl4pPr>
            <a:lvl5pPr algn="l">
              <a:defRPr sz="1050" b="0">
                <a:solidFill>
                  <a:srgbClr val="4C6357"/>
                </a:solidFill>
              </a:defRPr>
            </a:lvl5pPr>
            <a:lvl6pPr algn="l">
              <a:defRPr sz="1050" b="0">
                <a:solidFill>
                  <a:srgbClr val="4C6357"/>
                </a:solidFill>
              </a:defRPr>
            </a:lvl6pPr>
            <a:lvl7pPr algn="l">
              <a:defRPr sz="1050" b="0">
                <a:solidFill>
                  <a:srgbClr val="4C6357"/>
                </a:solidFill>
              </a:defRPr>
            </a:lvl7pPr>
            <a:lvl8pPr algn="l">
              <a:defRPr sz="1050" b="0">
                <a:solidFill>
                  <a:srgbClr val="4C6357"/>
                </a:solidFill>
              </a:defRPr>
            </a:lvl8pPr>
            <a:lvl9pPr algn="l">
              <a:defRPr sz="1050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C6357"/>
                </a:solidFill>
              </a:defRPr>
            </a:pPr>
            <a:r>
              <a:rPr sz="1050" b="0">
                <a:solidFill>
                  <a:srgbClr val="4C6357"/>
                </a:solidFill>
              </a:rPr>
              <a:t>Savia IoT  |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E471C-A199-4D61-B99B-995D1C70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90750"/>
            <a:ext cx="252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73B30"/>
                </a:solidFill>
              </a:defRPr>
            </a:defPPr>
            <a:lvl1pPr algn="l">
              <a:defRPr sz="1950" b="1">
                <a:solidFill>
                  <a:srgbClr val="173B30"/>
                </a:solidFill>
              </a:defRPr>
            </a:lvl1pPr>
            <a:lvl2pPr algn="l">
              <a:defRPr sz="1950" b="1">
                <a:solidFill>
                  <a:srgbClr val="173B30"/>
                </a:solidFill>
              </a:defRPr>
            </a:lvl2pPr>
            <a:lvl3pPr algn="l">
              <a:defRPr sz="1950" b="1">
                <a:solidFill>
                  <a:srgbClr val="173B30"/>
                </a:solidFill>
              </a:defRPr>
            </a:lvl3pPr>
            <a:lvl4pPr algn="l">
              <a:defRPr sz="1950" b="1">
                <a:solidFill>
                  <a:srgbClr val="173B30"/>
                </a:solidFill>
              </a:defRPr>
            </a:lvl4pPr>
            <a:lvl5pPr algn="l">
              <a:defRPr sz="1950" b="1">
                <a:solidFill>
                  <a:srgbClr val="173B30"/>
                </a:solidFill>
              </a:defRPr>
            </a:lvl5pPr>
            <a:lvl6pPr algn="l">
              <a:defRPr sz="1950" b="1">
                <a:solidFill>
                  <a:srgbClr val="173B30"/>
                </a:solidFill>
              </a:defRPr>
            </a:lvl6pPr>
            <a:lvl7pPr algn="l">
              <a:defRPr sz="1950" b="1">
                <a:solidFill>
                  <a:srgbClr val="173B30"/>
                </a:solidFill>
              </a:defRPr>
            </a:lvl7pPr>
            <a:lvl8pPr algn="l">
              <a:defRPr sz="1950" b="1">
                <a:solidFill>
                  <a:srgbClr val="173B30"/>
                </a:solidFill>
              </a:defRPr>
            </a:lvl8pPr>
            <a:lvl9pPr algn="l">
              <a:defRPr sz="1950" b="1">
                <a:solidFill>
                  <a:srgbClr val="173B30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3B30"/>
                </a:solidFill>
              </a:defRPr>
            </a:pPr>
            <a:r>
              <a:rPr sz="1950" b="1">
                <a:solidFill>
                  <a:srgbClr val="173B30"/>
                </a:solidFill>
              </a:rPr>
              <a:t>DHT22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44A58-AC42-4666-BC00-E7D20568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0438A-4B4C-43CE-9BE5-EFA0E0E4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19425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4C6357"/>
                </a:solidFill>
              </a:defRPr>
            </a:defPPr>
            <a:lvl1pPr algn="l">
              <a:defRPr sz="1575" b="0">
                <a:solidFill>
                  <a:srgbClr val="4C6357"/>
                </a:solidFill>
              </a:defRPr>
            </a:lvl1pPr>
            <a:lvl2pPr algn="l">
              <a:defRPr sz="1575" b="0">
                <a:solidFill>
                  <a:srgbClr val="4C6357"/>
                </a:solidFill>
              </a:defRPr>
            </a:lvl2pPr>
            <a:lvl3pPr algn="l">
              <a:defRPr sz="1575" b="0">
                <a:solidFill>
                  <a:srgbClr val="4C6357"/>
                </a:solidFill>
              </a:defRPr>
            </a:lvl3pPr>
            <a:lvl4pPr algn="l">
              <a:defRPr sz="1575" b="0">
                <a:solidFill>
                  <a:srgbClr val="4C6357"/>
                </a:solidFill>
              </a:defRPr>
            </a:lvl4pPr>
            <a:lvl5pPr algn="l">
              <a:defRPr sz="1575" b="0">
                <a:solidFill>
                  <a:srgbClr val="4C6357"/>
                </a:solidFill>
              </a:defRPr>
            </a:lvl5pPr>
            <a:lvl6pPr algn="l">
              <a:defRPr sz="1575" b="0">
                <a:solidFill>
                  <a:srgbClr val="4C6357"/>
                </a:solidFill>
              </a:defRPr>
            </a:lvl6pPr>
            <a:lvl7pPr algn="l">
              <a:defRPr sz="1575" b="0">
                <a:solidFill>
                  <a:srgbClr val="4C6357"/>
                </a:solidFill>
              </a:defRPr>
            </a:lvl7pPr>
            <a:lvl8pPr algn="l">
              <a:defRPr sz="1575" b="0">
                <a:solidFill>
                  <a:srgbClr val="4C6357"/>
                </a:solidFill>
              </a:defRPr>
            </a:lvl8pPr>
            <a:lvl9pPr algn="l">
              <a:defRPr sz="1575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C6357"/>
                </a:solidFill>
              </a:defRPr>
            </a:pPr>
            <a:r>
              <a:rPr sz="1575" b="0">
                <a:solidFill>
                  <a:srgbClr val="4C6357"/>
                </a:solidFill>
              </a:rPr>
              <a:t>mide aire interior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467A2-8B24-457B-8A5E-04428B5A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30505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277A53"/>
                </a:solidFill>
              </a:defRPr>
            </a:defPPr>
            <a:lvl1pPr algn="l">
              <a:defRPr sz="2700" b="1">
                <a:solidFill>
                  <a:srgbClr val="277A53"/>
                </a:solidFill>
              </a:defRPr>
            </a:lvl1pPr>
            <a:lvl2pPr algn="l">
              <a:defRPr sz="2700" b="1">
                <a:solidFill>
                  <a:srgbClr val="277A53"/>
                </a:solidFill>
              </a:defRPr>
            </a:lvl2pPr>
            <a:lvl3pPr algn="l">
              <a:defRPr sz="2700" b="1">
                <a:solidFill>
                  <a:srgbClr val="277A53"/>
                </a:solidFill>
              </a:defRPr>
            </a:lvl3pPr>
            <a:lvl4pPr algn="l">
              <a:defRPr sz="2700" b="1">
                <a:solidFill>
                  <a:srgbClr val="277A53"/>
                </a:solidFill>
              </a:defRPr>
            </a:lvl4pPr>
            <a:lvl5pPr algn="l">
              <a:defRPr sz="2700" b="1">
                <a:solidFill>
                  <a:srgbClr val="277A53"/>
                </a:solidFill>
              </a:defRPr>
            </a:lvl5pPr>
            <a:lvl6pPr algn="l">
              <a:defRPr sz="2700" b="1">
                <a:solidFill>
                  <a:srgbClr val="277A53"/>
                </a:solidFill>
              </a:defRPr>
            </a:lvl6pPr>
            <a:lvl7pPr algn="l">
              <a:defRPr sz="2700" b="1">
                <a:solidFill>
                  <a:srgbClr val="277A53"/>
                </a:solidFill>
              </a:defRPr>
            </a:lvl7pPr>
            <a:lvl8pPr algn="l">
              <a:defRPr sz="2700" b="1">
                <a:solidFill>
                  <a:srgbClr val="277A53"/>
                </a:solidFill>
              </a:defRPr>
            </a:lvl8pPr>
            <a:lvl9pPr algn="l">
              <a:defRPr sz="2700" b="1">
                <a:solidFill>
                  <a:srgbClr val="277A53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277A53"/>
                </a:solidFill>
              </a:defRPr>
            </a:pPr>
            <a:r>
              <a:rPr sz="2700" b="1">
                <a:solidFill>
                  <a:srgbClr val="277A53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B6C2A-1F52-43FB-A8EB-F1D0264E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90750"/>
            <a:ext cx="252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73B30"/>
                </a:solidFill>
              </a:defRPr>
            </a:defPPr>
            <a:lvl1pPr algn="l">
              <a:defRPr sz="1950" b="1">
                <a:solidFill>
                  <a:srgbClr val="173B30"/>
                </a:solidFill>
              </a:defRPr>
            </a:lvl1pPr>
            <a:lvl2pPr algn="l">
              <a:defRPr sz="1950" b="1">
                <a:solidFill>
                  <a:srgbClr val="173B30"/>
                </a:solidFill>
              </a:defRPr>
            </a:lvl2pPr>
            <a:lvl3pPr algn="l">
              <a:defRPr sz="1950" b="1">
                <a:solidFill>
                  <a:srgbClr val="173B30"/>
                </a:solidFill>
              </a:defRPr>
            </a:lvl3pPr>
            <a:lvl4pPr algn="l">
              <a:defRPr sz="1950" b="1">
                <a:solidFill>
                  <a:srgbClr val="173B30"/>
                </a:solidFill>
              </a:defRPr>
            </a:lvl4pPr>
            <a:lvl5pPr algn="l">
              <a:defRPr sz="1950" b="1">
                <a:solidFill>
                  <a:srgbClr val="173B30"/>
                </a:solidFill>
              </a:defRPr>
            </a:lvl5pPr>
            <a:lvl6pPr algn="l">
              <a:defRPr sz="1950" b="1">
                <a:solidFill>
                  <a:srgbClr val="173B30"/>
                </a:solidFill>
              </a:defRPr>
            </a:lvl6pPr>
            <a:lvl7pPr algn="l">
              <a:defRPr sz="1950" b="1">
                <a:solidFill>
                  <a:srgbClr val="173B30"/>
                </a:solidFill>
              </a:defRPr>
            </a:lvl7pPr>
            <a:lvl8pPr algn="l">
              <a:defRPr sz="1950" b="1">
                <a:solidFill>
                  <a:srgbClr val="173B30"/>
                </a:solidFill>
              </a:defRPr>
            </a:lvl8pPr>
            <a:lvl9pPr algn="l">
              <a:defRPr sz="1950" b="1">
                <a:solidFill>
                  <a:srgbClr val="173B30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3B30"/>
                </a:solidFill>
              </a:defRPr>
            </a:pPr>
            <a:r>
              <a:rPr sz="1950" b="1">
                <a:solidFill>
                  <a:srgbClr val="173B30"/>
                </a:solidFill>
              </a:rPr>
              <a:t>ESP32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0400D-B268-486D-84E7-ACBCBAAE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09875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15A06-C1F6-4810-B772-DC34A2BE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19425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4C6357"/>
                </a:solidFill>
              </a:defRPr>
            </a:defPPr>
            <a:lvl1pPr algn="l">
              <a:defRPr sz="1575" b="0">
                <a:solidFill>
                  <a:srgbClr val="4C6357"/>
                </a:solidFill>
              </a:defRPr>
            </a:lvl1pPr>
            <a:lvl2pPr algn="l">
              <a:defRPr sz="1575" b="0">
                <a:solidFill>
                  <a:srgbClr val="4C6357"/>
                </a:solidFill>
              </a:defRPr>
            </a:lvl2pPr>
            <a:lvl3pPr algn="l">
              <a:defRPr sz="1575" b="0">
                <a:solidFill>
                  <a:srgbClr val="4C6357"/>
                </a:solidFill>
              </a:defRPr>
            </a:lvl3pPr>
            <a:lvl4pPr algn="l">
              <a:defRPr sz="1575" b="0">
                <a:solidFill>
                  <a:srgbClr val="4C6357"/>
                </a:solidFill>
              </a:defRPr>
            </a:lvl4pPr>
            <a:lvl5pPr algn="l">
              <a:defRPr sz="1575" b="0">
                <a:solidFill>
                  <a:srgbClr val="4C6357"/>
                </a:solidFill>
              </a:defRPr>
            </a:lvl5pPr>
            <a:lvl6pPr algn="l">
              <a:defRPr sz="1575" b="0">
                <a:solidFill>
                  <a:srgbClr val="4C6357"/>
                </a:solidFill>
              </a:defRPr>
            </a:lvl6pPr>
            <a:lvl7pPr algn="l">
              <a:defRPr sz="1575" b="0">
                <a:solidFill>
                  <a:srgbClr val="4C6357"/>
                </a:solidFill>
              </a:defRPr>
            </a:lvl7pPr>
            <a:lvl8pPr algn="l">
              <a:defRPr sz="1575" b="0">
                <a:solidFill>
                  <a:srgbClr val="4C6357"/>
                </a:solidFill>
              </a:defRPr>
            </a:lvl8pPr>
            <a:lvl9pPr algn="l">
              <a:defRPr sz="1575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C6357"/>
                </a:solidFill>
              </a:defRPr>
            </a:pPr>
            <a:r>
              <a:rPr sz="1575" b="0">
                <a:solidFill>
                  <a:srgbClr val="4C6357"/>
                </a:solidFill>
              </a:rPr>
              <a:t>publica por MQTT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608A2-77DF-44C4-BC60-34003D22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0505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277A53"/>
                </a:solidFill>
              </a:defRPr>
            </a:defPPr>
            <a:lvl1pPr algn="l">
              <a:defRPr sz="2700" b="1">
                <a:solidFill>
                  <a:srgbClr val="277A53"/>
                </a:solidFill>
              </a:defRPr>
            </a:lvl1pPr>
            <a:lvl2pPr algn="l">
              <a:defRPr sz="2700" b="1">
                <a:solidFill>
                  <a:srgbClr val="277A53"/>
                </a:solidFill>
              </a:defRPr>
            </a:lvl2pPr>
            <a:lvl3pPr algn="l">
              <a:defRPr sz="2700" b="1">
                <a:solidFill>
                  <a:srgbClr val="277A53"/>
                </a:solidFill>
              </a:defRPr>
            </a:lvl3pPr>
            <a:lvl4pPr algn="l">
              <a:defRPr sz="2700" b="1">
                <a:solidFill>
                  <a:srgbClr val="277A53"/>
                </a:solidFill>
              </a:defRPr>
            </a:lvl4pPr>
            <a:lvl5pPr algn="l">
              <a:defRPr sz="2700" b="1">
                <a:solidFill>
                  <a:srgbClr val="277A53"/>
                </a:solidFill>
              </a:defRPr>
            </a:lvl5pPr>
            <a:lvl6pPr algn="l">
              <a:defRPr sz="2700" b="1">
                <a:solidFill>
                  <a:srgbClr val="277A53"/>
                </a:solidFill>
              </a:defRPr>
            </a:lvl6pPr>
            <a:lvl7pPr algn="l">
              <a:defRPr sz="2700" b="1">
                <a:solidFill>
                  <a:srgbClr val="277A53"/>
                </a:solidFill>
              </a:defRPr>
            </a:lvl7pPr>
            <a:lvl8pPr algn="l">
              <a:defRPr sz="2700" b="1">
                <a:solidFill>
                  <a:srgbClr val="277A53"/>
                </a:solidFill>
              </a:defRPr>
            </a:lvl8pPr>
            <a:lvl9pPr algn="l">
              <a:defRPr sz="2700" b="1">
                <a:solidFill>
                  <a:srgbClr val="277A53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277A53"/>
                </a:solidFill>
              </a:defRPr>
            </a:pPr>
            <a:r>
              <a:rPr sz="2700" b="1">
                <a:solidFill>
                  <a:srgbClr val="277A53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950E1-A2E7-4B62-A8BD-97B1AA4E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90750"/>
            <a:ext cx="252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73B30"/>
                </a:solidFill>
              </a:defRPr>
            </a:defPPr>
            <a:lvl1pPr algn="l">
              <a:defRPr sz="1950" b="1">
                <a:solidFill>
                  <a:srgbClr val="173B30"/>
                </a:solidFill>
              </a:defRPr>
            </a:lvl1pPr>
            <a:lvl2pPr algn="l">
              <a:defRPr sz="1950" b="1">
                <a:solidFill>
                  <a:srgbClr val="173B30"/>
                </a:solidFill>
              </a:defRPr>
            </a:lvl2pPr>
            <a:lvl3pPr algn="l">
              <a:defRPr sz="1950" b="1">
                <a:solidFill>
                  <a:srgbClr val="173B30"/>
                </a:solidFill>
              </a:defRPr>
            </a:lvl3pPr>
            <a:lvl4pPr algn="l">
              <a:defRPr sz="1950" b="1">
                <a:solidFill>
                  <a:srgbClr val="173B30"/>
                </a:solidFill>
              </a:defRPr>
            </a:lvl4pPr>
            <a:lvl5pPr algn="l">
              <a:defRPr sz="1950" b="1">
                <a:solidFill>
                  <a:srgbClr val="173B30"/>
                </a:solidFill>
              </a:defRPr>
            </a:lvl5pPr>
            <a:lvl6pPr algn="l">
              <a:defRPr sz="1950" b="1">
                <a:solidFill>
                  <a:srgbClr val="173B30"/>
                </a:solidFill>
              </a:defRPr>
            </a:lvl6pPr>
            <a:lvl7pPr algn="l">
              <a:defRPr sz="1950" b="1">
                <a:solidFill>
                  <a:srgbClr val="173B30"/>
                </a:solidFill>
              </a:defRPr>
            </a:lvl7pPr>
            <a:lvl8pPr algn="l">
              <a:defRPr sz="1950" b="1">
                <a:solidFill>
                  <a:srgbClr val="173B30"/>
                </a:solidFill>
              </a:defRPr>
            </a:lvl8pPr>
            <a:lvl9pPr algn="l">
              <a:defRPr sz="1950" b="1">
                <a:solidFill>
                  <a:srgbClr val="173B30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3B30"/>
                </a:solidFill>
              </a:defRPr>
            </a:pPr>
            <a:r>
              <a:rPr sz="1950" b="1">
                <a:solidFill>
                  <a:srgbClr val="173B30"/>
                </a:solidFill>
              </a:rPr>
              <a:t>Ubuntu en AWS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8FD2A-6D91-4B51-974E-FEBCED86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09875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FC0EE-C1CB-479F-80FF-801FE2F2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019425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4C6357"/>
                </a:solidFill>
              </a:defRPr>
            </a:defPPr>
            <a:lvl1pPr algn="l">
              <a:defRPr sz="1575" b="0">
                <a:solidFill>
                  <a:srgbClr val="4C6357"/>
                </a:solidFill>
              </a:defRPr>
            </a:lvl1pPr>
            <a:lvl2pPr algn="l">
              <a:defRPr sz="1575" b="0">
                <a:solidFill>
                  <a:srgbClr val="4C6357"/>
                </a:solidFill>
              </a:defRPr>
            </a:lvl2pPr>
            <a:lvl3pPr algn="l">
              <a:defRPr sz="1575" b="0">
                <a:solidFill>
                  <a:srgbClr val="4C6357"/>
                </a:solidFill>
              </a:defRPr>
            </a:lvl3pPr>
            <a:lvl4pPr algn="l">
              <a:defRPr sz="1575" b="0">
                <a:solidFill>
                  <a:srgbClr val="4C6357"/>
                </a:solidFill>
              </a:defRPr>
            </a:lvl4pPr>
            <a:lvl5pPr algn="l">
              <a:defRPr sz="1575" b="0">
                <a:solidFill>
                  <a:srgbClr val="4C6357"/>
                </a:solidFill>
              </a:defRPr>
            </a:lvl5pPr>
            <a:lvl6pPr algn="l">
              <a:defRPr sz="1575" b="0">
                <a:solidFill>
                  <a:srgbClr val="4C6357"/>
                </a:solidFill>
              </a:defRPr>
            </a:lvl6pPr>
            <a:lvl7pPr algn="l">
              <a:defRPr sz="1575" b="0">
                <a:solidFill>
                  <a:srgbClr val="4C6357"/>
                </a:solidFill>
              </a:defRPr>
            </a:lvl7pPr>
            <a:lvl8pPr algn="l">
              <a:defRPr sz="1575" b="0">
                <a:solidFill>
                  <a:srgbClr val="4C6357"/>
                </a:solidFill>
              </a:defRPr>
            </a:lvl8pPr>
            <a:lvl9pPr algn="l">
              <a:defRPr sz="1575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C6357"/>
                </a:solidFill>
              </a:defRPr>
            </a:pPr>
            <a:r>
              <a:rPr sz="1575" b="0">
                <a:solidFill>
                  <a:srgbClr val="4C6357"/>
                </a:solidFill>
              </a:rPr>
              <a:t>puente y aplicación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AB16F-5810-4FA3-A395-A10BDE17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0505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277A53"/>
                </a:solidFill>
              </a:defRPr>
            </a:defPPr>
            <a:lvl1pPr algn="l">
              <a:defRPr sz="2700" b="1">
                <a:solidFill>
                  <a:srgbClr val="277A53"/>
                </a:solidFill>
              </a:defRPr>
            </a:lvl1pPr>
            <a:lvl2pPr algn="l">
              <a:defRPr sz="2700" b="1">
                <a:solidFill>
                  <a:srgbClr val="277A53"/>
                </a:solidFill>
              </a:defRPr>
            </a:lvl2pPr>
            <a:lvl3pPr algn="l">
              <a:defRPr sz="2700" b="1">
                <a:solidFill>
                  <a:srgbClr val="277A53"/>
                </a:solidFill>
              </a:defRPr>
            </a:lvl3pPr>
            <a:lvl4pPr algn="l">
              <a:defRPr sz="2700" b="1">
                <a:solidFill>
                  <a:srgbClr val="277A53"/>
                </a:solidFill>
              </a:defRPr>
            </a:lvl4pPr>
            <a:lvl5pPr algn="l">
              <a:defRPr sz="2700" b="1">
                <a:solidFill>
                  <a:srgbClr val="277A53"/>
                </a:solidFill>
              </a:defRPr>
            </a:lvl5pPr>
            <a:lvl6pPr algn="l">
              <a:defRPr sz="2700" b="1">
                <a:solidFill>
                  <a:srgbClr val="277A53"/>
                </a:solidFill>
              </a:defRPr>
            </a:lvl6pPr>
            <a:lvl7pPr algn="l">
              <a:defRPr sz="2700" b="1">
                <a:solidFill>
                  <a:srgbClr val="277A53"/>
                </a:solidFill>
              </a:defRPr>
            </a:lvl7pPr>
            <a:lvl8pPr algn="l">
              <a:defRPr sz="2700" b="1">
                <a:solidFill>
                  <a:srgbClr val="277A53"/>
                </a:solidFill>
              </a:defRPr>
            </a:lvl8pPr>
            <a:lvl9pPr algn="l">
              <a:defRPr sz="2700" b="1">
                <a:solidFill>
                  <a:srgbClr val="277A53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277A53"/>
                </a:solidFill>
              </a:defRPr>
            </a:pPr>
            <a:r>
              <a:rPr sz="2700" b="1">
                <a:solidFill>
                  <a:srgbClr val="277A53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39B62-6B4B-4624-A02C-F309609B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252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73B30"/>
                </a:solidFill>
              </a:defRPr>
            </a:defPPr>
            <a:lvl1pPr algn="l">
              <a:defRPr sz="1950" b="1">
                <a:solidFill>
                  <a:srgbClr val="173B30"/>
                </a:solidFill>
              </a:defRPr>
            </a:lvl1pPr>
            <a:lvl2pPr algn="l">
              <a:defRPr sz="1950" b="1">
                <a:solidFill>
                  <a:srgbClr val="173B30"/>
                </a:solidFill>
              </a:defRPr>
            </a:lvl2pPr>
            <a:lvl3pPr algn="l">
              <a:defRPr sz="1950" b="1">
                <a:solidFill>
                  <a:srgbClr val="173B30"/>
                </a:solidFill>
              </a:defRPr>
            </a:lvl3pPr>
            <a:lvl4pPr algn="l">
              <a:defRPr sz="1950" b="1">
                <a:solidFill>
                  <a:srgbClr val="173B30"/>
                </a:solidFill>
              </a:defRPr>
            </a:lvl4pPr>
            <a:lvl5pPr algn="l">
              <a:defRPr sz="1950" b="1">
                <a:solidFill>
                  <a:srgbClr val="173B30"/>
                </a:solidFill>
              </a:defRPr>
            </a:lvl5pPr>
            <a:lvl6pPr algn="l">
              <a:defRPr sz="1950" b="1">
                <a:solidFill>
                  <a:srgbClr val="173B30"/>
                </a:solidFill>
              </a:defRPr>
            </a:lvl6pPr>
            <a:lvl7pPr algn="l">
              <a:defRPr sz="1950" b="1">
                <a:solidFill>
                  <a:srgbClr val="173B30"/>
                </a:solidFill>
              </a:defRPr>
            </a:lvl7pPr>
            <a:lvl8pPr algn="l">
              <a:defRPr sz="1950" b="1">
                <a:solidFill>
                  <a:srgbClr val="173B30"/>
                </a:solidFill>
              </a:defRPr>
            </a:lvl8pPr>
            <a:lvl9pPr algn="l">
              <a:defRPr sz="1950" b="1">
                <a:solidFill>
                  <a:srgbClr val="173B30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3B30"/>
                </a:solidFill>
              </a:defRPr>
            </a:pPr>
            <a:r>
              <a:rPr sz="1950" b="1">
                <a:solidFill>
                  <a:srgbClr val="173B30"/>
                </a:solidFill>
              </a:rPr>
              <a:t>PostgreSQL + CSV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BCD082-AD1C-44EE-BB45-DA12AC3A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09875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051D4-A409-48D2-8611-12B776E1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19425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4C6357"/>
                </a:solidFill>
              </a:defRPr>
            </a:defPPr>
            <a:lvl1pPr algn="l">
              <a:defRPr sz="1575" b="0">
                <a:solidFill>
                  <a:srgbClr val="4C6357"/>
                </a:solidFill>
              </a:defRPr>
            </a:lvl1pPr>
            <a:lvl2pPr algn="l">
              <a:defRPr sz="1575" b="0">
                <a:solidFill>
                  <a:srgbClr val="4C6357"/>
                </a:solidFill>
              </a:defRPr>
            </a:lvl2pPr>
            <a:lvl3pPr algn="l">
              <a:defRPr sz="1575" b="0">
                <a:solidFill>
                  <a:srgbClr val="4C6357"/>
                </a:solidFill>
              </a:defRPr>
            </a:lvl3pPr>
            <a:lvl4pPr algn="l">
              <a:defRPr sz="1575" b="0">
                <a:solidFill>
                  <a:srgbClr val="4C6357"/>
                </a:solidFill>
              </a:defRPr>
            </a:lvl4pPr>
            <a:lvl5pPr algn="l">
              <a:defRPr sz="1575" b="0">
                <a:solidFill>
                  <a:srgbClr val="4C6357"/>
                </a:solidFill>
              </a:defRPr>
            </a:lvl5pPr>
            <a:lvl6pPr algn="l">
              <a:defRPr sz="1575" b="0">
                <a:solidFill>
                  <a:srgbClr val="4C6357"/>
                </a:solidFill>
              </a:defRPr>
            </a:lvl6pPr>
            <a:lvl7pPr algn="l">
              <a:defRPr sz="1575" b="0">
                <a:solidFill>
                  <a:srgbClr val="4C6357"/>
                </a:solidFill>
              </a:defRPr>
            </a:lvl7pPr>
            <a:lvl8pPr algn="l">
              <a:defRPr sz="1575" b="0">
                <a:solidFill>
                  <a:srgbClr val="4C6357"/>
                </a:solidFill>
              </a:defRPr>
            </a:lvl8pPr>
            <a:lvl9pPr algn="l">
              <a:defRPr sz="1575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C6357"/>
                </a:solidFill>
              </a:defRPr>
            </a:pPr>
            <a:r>
              <a:rPr sz="1575" b="0">
                <a:solidFill>
                  <a:srgbClr val="4C6357"/>
                </a:solidFill>
              </a:rPr>
              <a:t>almacenan la lectura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AA8A2-A945-4FA1-95D9-334FBDCF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7251F"/>
                </a:solidFill>
              </a:defRPr>
            </a:defPPr>
            <a:lvl1pPr algn="l">
              <a:defRPr sz="1725" b="0">
                <a:solidFill>
                  <a:srgbClr val="17251F"/>
                </a:solidFill>
              </a:defRPr>
            </a:lvl1pPr>
            <a:lvl2pPr algn="l">
              <a:defRPr sz="1725" b="0">
                <a:solidFill>
                  <a:srgbClr val="17251F"/>
                </a:solidFill>
              </a:defRPr>
            </a:lvl2pPr>
            <a:lvl3pPr algn="l">
              <a:defRPr sz="1725" b="0">
                <a:solidFill>
                  <a:srgbClr val="17251F"/>
                </a:solidFill>
              </a:defRPr>
            </a:lvl3pPr>
            <a:lvl4pPr algn="l">
              <a:defRPr sz="1725" b="0">
                <a:solidFill>
                  <a:srgbClr val="17251F"/>
                </a:solidFill>
              </a:defRPr>
            </a:lvl4pPr>
            <a:lvl5pPr algn="l">
              <a:defRPr sz="1725" b="0">
                <a:solidFill>
                  <a:srgbClr val="17251F"/>
                </a:solidFill>
              </a:defRPr>
            </a:lvl5pPr>
            <a:lvl6pPr algn="l">
              <a:defRPr sz="1725" b="0">
                <a:solidFill>
                  <a:srgbClr val="17251F"/>
                </a:solidFill>
              </a:defRPr>
            </a:lvl6pPr>
            <a:lvl7pPr algn="l">
              <a:defRPr sz="1725" b="0">
                <a:solidFill>
                  <a:srgbClr val="17251F"/>
                </a:solidFill>
              </a:defRPr>
            </a:lvl7pPr>
            <a:lvl8pPr algn="l">
              <a:defRPr sz="1725" b="0">
                <a:solidFill>
                  <a:srgbClr val="17251F"/>
                </a:solidFill>
              </a:defRPr>
            </a:lvl8pPr>
            <a:lvl9pPr algn="l">
              <a:defRPr sz="1725" b="0">
                <a:solidFill>
                  <a:srgbClr val="17251F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51F"/>
                </a:solidFill>
              </a:defRPr>
            </a:pPr>
            <a:r>
              <a:rPr sz="1725" b="0">
                <a:solidFill>
                  <a:srgbClr val="17251F"/>
                </a:solidFill>
              </a:rPr>
              <a:t>El puente recibe MQTT y entrega los datos por HTTP dentro de la VM. El ESP32 no envía HTTP directamente en la configuración activa.</a:t>
            </a:r>
          </a:p>
        </p:txBody>
      </p:sp>
    </p:spTree>
    <p:extLst>
      <p:ext uri="{BB962C8B-B14F-4D97-AF65-F5344CB8AC3E}">
        <p14:creationId xmlns:p14="http://schemas.microsoft.com/office/powerpoint/2010/main" val="10683045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D3B04-D702-4BED-AFEC-8E04EA8C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803EE-C7B6-4084-BB2D-61E58E90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0744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B30"/>
                </a:solidFill>
              </a:defRPr>
            </a:defPPr>
            <a:lvl1pPr algn="l">
              <a:defRPr sz="2850" b="1">
                <a:solidFill>
                  <a:srgbClr val="173B30"/>
                </a:solidFill>
              </a:defRPr>
            </a:lvl1pPr>
            <a:lvl2pPr algn="l">
              <a:defRPr sz="2850" b="1">
                <a:solidFill>
                  <a:srgbClr val="173B30"/>
                </a:solidFill>
              </a:defRPr>
            </a:lvl2pPr>
            <a:lvl3pPr algn="l">
              <a:defRPr sz="2850" b="1">
                <a:solidFill>
                  <a:srgbClr val="173B30"/>
                </a:solidFill>
              </a:defRPr>
            </a:lvl3pPr>
            <a:lvl4pPr algn="l">
              <a:defRPr sz="2850" b="1">
                <a:solidFill>
                  <a:srgbClr val="173B30"/>
                </a:solidFill>
              </a:defRPr>
            </a:lvl4pPr>
            <a:lvl5pPr algn="l">
              <a:defRPr sz="2850" b="1">
                <a:solidFill>
                  <a:srgbClr val="173B30"/>
                </a:solidFill>
              </a:defRPr>
            </a:lvl5pPr>
            <a:lvl6pPr algn="l">
              <a:defRPr sz="2850" b="1">
                <a:solidFill>
                  <a:srgbClr val="173B30"/>
                </a:solidFill>
              </a:defRPr>
            </a:lvl6pPr>
            <a:lvl7pPr algn="l">
              <a:defRPr sz="2850" b="1">
                <a:solidFill>
                  <a:srgbClr val="173B30"/>
                </a:solidFill>
              </a:defRPr>
            </a:lvl7pPr>
            <a:lvl8pPr algn="l">
              <a:defRPr sz="2850" b="1">
                <a:solidFill>
                  <a:srgbClr val="173B30"/>
                </a:solidFill>
              </a:defRPr>
            </a:lvl8pPr>
            <a:lvl9pPr algn="l">
              <a:defRPr sz="2850" b="1">
                <a:solidFill>
                  <a:srgbClr val="173B30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B30"/>
                </a:solidFill>
              </a:defRPr>
            </a:pPr>
            <a:r>
              <a:rPr sz="2850" b="1">
                <a:solidFill>
                  <a:srgbClr val="173B30"/>
                </a:solidFill>
              </a:rPr>
              <a:t>Infraestructura en AWS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38C2B-C510-4946-9413-F3B23D95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4C6357"/>
                </a:solidFill>
              </a:defRPr>
            </a:defPPr>
            <a:lvl1pPr algn="l">
              <a:defRPr sz="1050" b="0">
                <a:solidFill>
                  <a:srgbClr val="4C6357"/>
                </a:solidFill>
              </a:defRPr>
            </a:lvl1pPr>
            <a:lvl2pPr algn="l">
              <a:defRPr sz="1050" b="0">
                <a:solidFill>
                  <a:srgbClr val="4C6357"/>
                </a:solidFill>
              </a:defRPr>
            </a:lvl2pPr>
            <a:lvl3pPr algn="l">
              <a:defRPr sz="1050" b="0">
                <a:solidFill>
                  <a:srgbClr val="4C6357"/>
                </a:solidFill>
              </a:defRPr>
            </a:lvl3pPr>
            <a:lvl4pPr algn="l">
              <a:defRPr sz="1050" b="0">
                <a:solidFill>
                  <a:srgbClr val="4C6357"/>
                </a:solidFill>
              </a:defRPr>
            </a:lvl4pPr>
            <a:lvl5pPr algn="l">
              <a:defRPr sz="1050" b="0">
                <a:solidFill>
                  <a:srgbClr val="4C6357"/>
                </a:solidFill>
              </a:defRPr>
            </a:lvl5pPr>
            <a:lvl6pPr algn="l">
              <a:defRPr sz="1050" b="0">
                <a:solidFill>
                  <a:srgbClr val="4C6357"/>
                </a:solidFill>
              </a:defRPr>
            </a:lvl6pPr>
            <a:lvl7pPr algn="l">
              <a:defRPr sz="1050" b="0">
                <a:solidFill>
                  <a:srgbClr val="4C6357"/>
                </a:solidFill>
              </a:defRPr>
            </a:lvl7pPr>
            <a:lvl8pPr algn="l">
              <a:defRPr sz="1050" b="0">
                <a:solidFill>
                  <a:srgbClr val="4C6357"/>
                </a:solidFill>
              </a:defRPr>
            </a:lvl8pPr>
            <a:lvl9pPr algn="l">
              <a:defRPr sz="1050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C6357"/>
                </a:solidFill>
              </a:defRPr>
            </a:pPr>
            <a:r>
              <a:rPr sz="1050" b="0">
                <a:solidFill>
                  <a:srgbClr val="4C6357"/>
                </a:solidFill>
              </a:rPr>
              <a:t>Savia IoT  |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9C01E-F9E8-4B5D-AE6C-BE19591D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73B30"/>
                </a:solidFill>
              </a:defRPr>
            </a:defPPr>
            <a:lvl1pPr algn="l">
              <a:defRPr sz="2175" b="1">
                <a:solidFill>
                  <a:srgbClr val="173B30"/>
                </a:solidFill>
              </a:defRPr>
            </a:lvl1pPr>
            <a:lvl2pPr algn="l">
              <a:defRPr sz="2175" b="1">
                <a:solidFill>
                  <a:srgbClr val="173B30"/>
                </a:solidFill>
              </a:defRPr>
            </a:lvl2pPr>
            <a:lvl3pPr algn="l">
              <a:defRPr sz="2175" b="1">
                <a:solidFill>
                  <a:srgbClr val="173B30"/>
                </a:solidFill>
              </a:defRPr>
            </a:lvl3pPr>
            <a:lvl4pPr algn="l">
              <a:defRPr sz="2175" b="1">
                <a:solidFill>
                  <a:srgbClr val="173B30"/>
                </a:solidFill>
              </a:defRPr>
            </a:lvl4pPr>
            <a:lvl5pPr algn="l">
              <a:defRPr sz="2175" b="1">
                <a:solidFill>
                  <a:srgbClr val="173B30"/>
                </a:solidFill>
              </a:defRPr>
            </a:lvl5pPr>
            <a:lvl6pPr algn="l">
              <a:defRPr sz="2175" b="1">
                <a:solidFill>
                  <a:srgbClr val="173B30"/>
                </a:solidFill>
              </a:defRPr>
            </a:lvl6pPr>
            <a:lvl7pPr algn="l">
              <a:defRPr sz="2175" b="1">
                <a:solidFill>
                  <a:srgbClr val="173B30"/>
                </a:solidFill>
              </a:defRPr>
            </a:lvl7pPr>
            <a:lvl8pPr algn="l">
              <a:defRPr sz="2175" b="1">
                <a:solidFill>
                  <a:srgbClr val="173B30"/>
                </a:solidFill>
              </a:defRPr>
            </a:lvl8pPr>
            <a:lvl9pPr algn="l">
              <a:defRPr sz="2175" b="1">
                <a:solidFill>
                  <a:srgbClr val="173B30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3B30"/>
                </a:solidFill>
              </a:defRPr>
            </a:pPr>
            <a:r>
              <a:rPr sz="2175" b="1">
                <a:solidFill>
                  <a:srgbClr val="173B30"/>
                </a:solidFill>
              </a:rPr>
              <a:t>Subred pública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D8694-EC09-4A3F-B1C8-D3703C66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4667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7251F"/>
                </a:solidFill>
              </a:defRPr>
            </a:defPPr>
            <a:lvl1pPr algn="l">
              <a:defRPr sz="1875" b="0">
                <a:solidFill>
                  <a:srgbClr val="17251F"/>
                </a:solidFill>
              </a:defRPr>
            </a:lvl1pPr>
            <a:lvl2pPr algn="l">
              <a:defRPr sz="1875" b="0">
                <a:solidFill>
                  <a:srgbClr val="17251F"/>
                </a:solidFill>
              </a:defRPr>
            </a:lvl2pPr>
            <a:lvl3pPr algn="l">
              <a:defRPr sz="1875" b="0">
                <a:solidFill>
                  <a:srgbClr val="17251F"/>
                </a:solidFill>
              </a:defRPr>
            </a:lvl3pPr>
            <a:lvl4pPr algn="l">
              <a:defRPr sz="1875" b="0">
                <a:solidFill>
                  <a:srgbClr val="17251F"/>
                </a:solidFill>
              </a:defRPr>
            </a:lvl4pPr>
            <a:lvl5pPr algn="l">
              <a:defRPr sz="1875" b="0">
                <a:solidFill>
                  <a:srgbClr val="17251F"/>
                </a:solidFill>
              </a:defRPr>
            </a:lvl5pPr>
            <a:lvl6pPr algn="l">
              <a:defRPr sz="1875" b="0">
                <a:solidFill>
                  <a:srgbClr val="17251F"/>
                </a:solidFill>
              </a:defRPr>
            </a:lvl6pPr>
            <a:lvl7pPr algn="l">
              <a:defRPr sz="1875" b="0">
                <a:solidFill>
                  <a:srgbClr val="17251F"/>
                </a:solidFill>
              </a:defRPr>
            </a:lvl7pPr>
            <a:lvl8pPr algn="l">
              <a:defRPr sz="1875" b="0">
                <a:solidFill>
                  <a:srgbClr val="17251F"/>
                </a:solidFill>
              </a:defRPr>
            </a:lvl8pPr>
            <a:lvl9pPr algn="l">
              <a:defRPr sz="1875" b="0">
                <a:solidFill>
                  <a:srgbClr val="17251F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51F"/>
                </a:solidFill>
              </a:defRPr>
            </a:pPr>
            <a:r>
              <a:rPr sz="1875" b="0">
                <a:solidFill>
                  <a:srgbClr val="17251F"/>
                </a:solidFill>
              </a:rPr>
              <a:t>VM EC2 con Ubuntu</a:t>
            </a:r>
          </a:p>
          <a:p xmlns:a="http://schemas.openxmlformats.org/drawingml/2006/main">
            <a:pPr algn="l">
              <a:defRPr sz="1875" b="0">
                <a:solidFill>
                  <a:srgbClr val="17251F"/>
                </a:solidFill>
              </a:defRPr>
            </a:pPr>
            <a:r>
              <a:rPr sz="1875" b="0">
                <a:solidFill>
                  <a:srgbClr val="17251F"/>
                </a:solidFill>
              </a:rPr>
              <a:t>Aplicación Python + puente MQTT</a:t>
            </a:r>
          </a:p>
          <a:p xmlns:a="http://schemas.openxmlformats.org/drawingml/2006/main">
            <a:pPr algn="l">
              <a:defRPr sz="1875" b="0">
                <a:solidFill>
                  <a:srgbClr val="17251F"/>
                </a:solidFill>
              </a:defRPr>
            </a:pPr>
            <a:r>
              <a:rPr sz="1875" b="0">
                <a:solidFill>
                  <a:srgbClr val="17251F"/>
                </a:solidFill>
              </a:rPr>
              <a:t>IP elástica y acceso HTTP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EBAF8-BAE4-4777-B2C9-C96094CE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447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2AA5B-5D83-4B5F-8491-7FFFBE57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097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73B30"/>
                </a:solidFill>
              </a:defRPr>
            </a:defPPr>
            <a:lvl1pPr algn="l">
              <a:defRPr sz="2175" b="1">
                <a:solidFill>
                  <a:srgbClr val="173B30"/>
                </a:solidFill>
              </a:defRPr>
            </a:lvl1pPr>
            <a:lvl2pPr algn="l">
              <a:defRPr sz="2175" b="1">
                <a:solidFill>
                  <a:srgbClr val="173B30"/>
                </a:solidFill>
              </a:defRPr>
            </a:lvl2pPr>
            <a:lvl3pPr algn="l">
              <a:defRPr sz="2175" b="1">
                <a:solidFill>
                  <a:srgbClr val="173B30"/>
                </a:solidFill>
              </a:defRPr>
            </a:lvl3pPr>
            <a:lvl4pPr algn="l">
              <a:defRPr sz="2175" b="1">
                <a:solidFill>
                  <a:srgbClr val="173B30"/>
                </a:solidFill>
              </a:defRPr>
            </a:lvl4pPr>
            <a:lvl5pPr algn="l">
              <a:defRPr sz="2175" b="1">
                <a:solidFill>
                  <a:srgbClr val="173B30"/>
                </a:solidFill>
              </a:defRPr>
            </a:lvl5pPr>
            <a:lvl6pPr algn="l">
              <a:defRPr sz="2175" b="1">
                <a:solidFill>
                  <a:srgbClr val="173B30"/>
                </a:solidFill>
              </a:defRPr>
            </a:lvl6pPr>
            <a:lvl7pPr algn="l">
              <a:defRPr sz="2175" b="1">
                <a:solidFill>
                  <a:srgbClr val="173B30"/>
                </a:solidFill>
              </a:defRPr>
            </a:lvl7pPr>
            <a:lvl8pPr algn="l">
              <a:defRPr sz="2175" b="1">
                <a:solidFill>
                  <a:srgbClr val="173B30"/>
                </a:solidFill>
              </a:defRPr>
            </a:lvl8pPr>
            <a:lvl9pPr algn="l">
              <a:defRPr sz="2175" b="1">
                <a:solidFill>
                  <a:srgbClr val="173B30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3B30"/>
                </a:solidFill>
              </a:defRPr>
            </a:pPr>
            <a:r>
              <a:rPr sz="2175" b="1">
                <a:solidFill>
                  <a:srgbClr val="173B30"/>
                </a:solidFill>
              </a:rPr>
              <a:t>Subredes privadas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CFBCC-FD41-4D3B-933F-5B6199C7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28875"/>
            <a:ext cx="4667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7251F"/>
                </a:solidFill>
              </a:defRPr>
            </a:defPPr>
            <a:lvl1pPr algn="l">
              <a:defRPr sz="1875" b="0">
                <a:solidFill>
                  <a:srgbClr val="17251F"/>
                </a:solidFill>
              </a:defRPr>
            </a:lvl1pPr>
            <a:lvl2pPr algn="l">
              <a:defRPr sz="1875" b="0">
                <a:solidFill>
                  <a:srgbClr val="17251F"/>
                </a:solidFill>
              </a:defRPr>
            </a:lvl2pPr>
            <a:lvl3pPr algn="l">
              <a:defRPr sz="1875" b="0">
                <a:solidFill>
                  <a:srgbClr val="17251F"/>
                </a:solidFill>
              </a:defRPr>
            </a:lvl3pPr>
            <a:lvl4pPr algn="l">
              <a:defRPr sz="1875" b="0">
                <a:solidFill>
                  <a:srgbClr val="17251F"/>
                </a:solidFill>
              </a:defRPr>
            </a:lvl4pPr>
            <a:lvl5pPr algn="l">
              <a:defRPr sz="1875" b="0">
                <a:solidFill>
                  <a:srgbClr val="17251F"/>
                </a:solidFill>
              </a:defRPr>
            </a:lvl5pPr>
            <a:lvl6pPr algn="l">
              <a:defRPr sz="1875" b="0">
                <a:solidFill>
                  <a:srgbClr val="17251F"/>
                </a:solidFill>
              </a:defRPr>
            </a:lvl6pPr>
            <a:lvl7pPr algn="l">
              <a:defRPr sz="1875" b="0">
                <a:solidFill>
                  <a:srgbClr val="17251F"/>
                </a:solidFill>
              </a:defRPr>
            </a:lvl7pPr>
            <a:lvl8pPr algn="l">
              <a:defRPr sz="1875" b="0">
                <a:solidFill>
                  <a:srgbClr val="17251F"/>
                </a:solidFill>
              </a:defRPr>
            </a:lvl8pPr>
            <a:lvl9pPr algn="l">
              <a:defRPr sz="1875" b="0">
                <a:solidFill>
                  <a:srgbClr val="17251F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51F"/>
                </a:solidFill>
              </a:defRPr>
            </a:pPr>
            <a:r>
              <a:rPr sz="1875" b="0">
                <a:solidFill>
                  <a:srgbClr val="17251F"/>
                </a:solidFill>
              </a:rPr>
              <a:t>PostgreSQL RDS</a:t>
            </a:r>
          </a:p>
          <a:p xmlns:a="http://schemas.openxmlformats.org/drawingml/2006/main">
            <a:pPr algn="l">
              <a:defRPr sz="1875" b="0">
                <a:solidFill>
                  <a:srgbClr val="17251F"/>
                </a:solidFill>
              </a:defRPr>
            </a:pPr>
            <a:r>
              <a:rPr sz="1875" b="0">
                <a:solidFill>
                  <a:srgbClr val="17251F"/>
                </a:solidFill>
              </a:rPr>
              <a:t>Sin acceso público</a:t>
            </a:r>
          </a:p>
          <a:p xmlns:a="http://schemas.openxmlformats.org/drawingml/2006/main">
            <a:pPr algn="l">
              <a:defRPr sz="1875" b="0">
                <a:solidFill>
                  <a:srgbClr val="17251F"/>
                </a:solidFill>
              </a:defRPr>
            </a:pPr>
            <a:r>
              <a:rPr sz="1875" b="0">
                <a:solidFill>
                  <a:srgbClr val="17251F"/>
                </a:solidFill>
              </a:rPr>
              <a:t>Puerto 5432 permitido desde la VM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0B62D-8D38-45E7-9738-4D2CB74A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86250"/>
            <a:ext cx="447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00160-275A-4B1A-AAED-C0877446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4C6357"/>
                </a:solidFill>
              </a:defRPr>
            </a:defPPr>
            <a:lvl1pPr algn="l">
              <a:defRPr sz="1800" b="0">
                <a:solidFill>
                  <a:srgbClr val="4C6357"/>
                </a:solidFill>
              </a:defRPr>
            </a:lvl1pPr>
            <a:lvl2pPr algn="l">
              <a:defRPr sz="1800" b="0">
                <a:solidFill>
                  <a:srgbClr val="4C6357"/>
                </a:solidFill>
              </a:defRPr>
            </a:lvl2pPr>
            <a:lvl3pPr algn="l">
              <a:defRPr sz="1800" b="0">
                <a:solidFill>
                  <a:srgbClr val="4C6357"/>
                </a:solidFill>
              </a:defRPr>
            </a:lvl3pPr>
            <a:lvl4pPr algn="l">
              <a:defRPr sz="1800" b="0">
                <a:solidFill>
                  <a:srgbClr val="4C6357"/>
                </a:solidFill>
              </a:defRPr>
            </a:lvl4pPr>
            <a:lvl5pPr algn="l">
              <a:defRPr sz="1800" b="0">
                <a:solidFill>
                  <a:srgbClr val="4C6357"/>
                </a:solidFill>
              </a:defRPr>
            </a:lvl5pPr>
            <a:lvl6pPr algn="l">
              <a:defRPr sz="1800" b="0">
                <a:solidFill>
                  <a:srgbClr val="4C6357"/>
                </a:solidFill>
              </a:defRPr>
            </a:lvl6pPr>
            <a:lvl7pPr algn="l">
              <a:defRPr sz="1800" b="0">
                <a:solidFill>
                  <a:srgbClr val="4C6357"/>
                </a:solidFill>
              </a:defRPr>
            </a:lvl7pPr>
            <a:lvl8pPr algn="l">
              <a:defRPr sz="1800" b="0">
                <a:solidFill>
                  <a:srgbClr val="4C6357"/>
                </a:solidFill>
              </a:defRPr>
            </a:lvl8pPr>
            <a:lvl9pPr algn="l">
              <a:defRPr sz="1800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C6357"/>
                </a:solidFill>
              </a:defRPr>
            </a:pPr>
            <a:r>
              <a:rPr sz="1800" b="0">
                <a:solidFill>
                  <a:srgbClr val="4C6357"/>
                </a:solidFill>
              </a:rPr>
              <a:t>La plantilla CloudFormation documenta la red y los grupos de seguridad.</a:t>
            </a:r>
          </a:p>
        </p:txBody>
      </p:sp>
    </p:spTree>
    <p:extLst>
      <p:ext uri="{BB962C8B-B14F-4D97-AF65-F5344CB8AC3E}">
        <p14:creationId xmlns:p14="http://schemas.microsoft.com/office/powerpoint/2010/main" val="5987988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C1B22-DAC1-4DE2-91FE-0EEA0505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44BD1-E923-4BB3-AACC-6F6A920E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0744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B30"/>
                </a:solidFill>
              </a:defRPr>
            </a:defPPr>
            <a:lvl1pPr algn="l">
              <a:defRPr sz="2850" b="1">
                <a:solidFill>
                  <a:srgbClr val="173B30"/>
                </a:solidFill>
              </a:defRPr>
            </a:lvl1pPr>
            <a:lvl2pPr algn="l">
              <a:defRPr sz="2850" b="1">
                <a:solidFill>
                  <a:srgbClr val="173B30"/>
                </a:solidFill>
              </a:defRPr>
            </a:lvl2pPr>
            <a:lvl3pPr algn="l">
              <a:defRPr sz="2850" b="1">
                <a:solidFill>
                  <a:srgbClr val="173B30"/>
                </a:solidFill>
              </a:defRPr>
            </a:lvl3pPr>
            <a:lvl4pPr algn="l">
              <a:defRPr sz="2850" b="1">
                <a:solidFill>
                  <a:srgbClr val="173B30"/>
                </a:solidFill>
              </a:defRPr>
            </a:lvl4pPr>
            <a:lvl5pPr algn="l">
              <a:defRPr sz="2850" b="1">
                <a:solidFill>
                  <a:srgbClr val="173B30"/>
                </a:solidFill>
              </a:defRPr>
            </a:lvl5pPr>
            <a:lvl6pPr algn="l">
              <a:defRPr sz="2850" b="1">
                <a:solidFill>
                  <a:srgbClr val="173B30"/>
                </a:solidFill>
              </a:defRPr>
            </a:lvl6pPr>
            <a:lvl7pPr algn="l">
              <a:defRPr sz="2850" b="1">
                <a:solidFill>
                  <a:srgbClr val="173B30"/>
                </a:solidFill>
              </a:defRPr>
            </a:lvl7pPr>
            <a:lvl8pPr algn="l">
              <a:defRPr sz="2850" b="1">
                <a:solidFill>
                  <a:srgbClr val="173B30"/>
                </a:solidFill>
              </a:defRPr>
            </a:lvl8pPr>
            <a:lvl9pPr algn="l">
              <a:defRPr sz="2850" b="1">
                <a:solidFill>
                  <a:srgbClr val="173B30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B30"/>
                </a:solidFill>
              </a:defRPr>
            </a:pPr>
            <a:r>
              <a:rPr sz="2850" b="1">
                <a:solidFill>
                  <a:srgbClr val="173B30"/>
                </a:solidFill>
              </a:rPr>
              <a:t>Resultados observados el 24 de octubre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1AC4C-BD53-45F6-9C8F-BEB7C57C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4C6357"/>
                </a:solidFill>
              </a:defRPr>
            </a:defPPr>
            <a:lvl1pPr algn="l">
              <a:defRPr sz="1050" b="0">
                <a:solidFill>
                  <a:srgbClr val="4C6357"/>
                </a:solidFill>
              </a:defRPr>
            </a:lvl1pPr>
            <a:lvl2pPr algn="l">
              <a:defRPr sz="1050" b="0">
                <a:solidFill>
                  <a:srgbClr val="4C6357"/>
                </a:solidFill>
              </a:defRPr>
            </a:lvl2pPr>
            <a:lvl3pPr algn="l">
              <a:defRPr sz="1050" b="0">
                <a:solidFill>
                  <a:srgbClr val="4C6357"/>
                </a:solidFill>
              </a:defRPr>
            </a:lvl3pPr>
            <a:lvl4pPr algn="l">
              <a:defRPr sz="1050" b="0">
                <a:solidFill>
                  <a:srgbClr val="4C6357"/>
                </a:solidFill>
              </a:defRPr>
            </a:lvl4pPr>
            <a:lvl5pPr algn="l">
              <a:defRPr sz="1050" b="0">
                <a:solidFill>
                  <a:srgbClr val="4C6357"/>
                </a:solidFill>
              </a:defRPr>
            </a:lvl5pPr>
            <a:lvl6pPr algn="l">
              <a:defRPr sz="1050" b="0">
                <a:solidFill>
                  <a:srgbClr val="4C6357"/>
                </a:solidFill>
              </a:defRPr>
            </a:lvl6pPr>
            <a:lvl7pPr algn="l">
              <a:defRPr sz="1050" b="0">
                <a:solidFill>
                  <a:srgbClr val="4C6357"/>
                </a:solidFill>
              </a:defRPr>
            </a:lvl7pPr>
            <a:lvl8pPr algn="l">
              <a:defRPr sz="1050" b="0">
                <a:solidFill>
                  <a:srgbClr val="4C6357"/>
                </a:solidFill>
              </a:defRPr>
            </a:lvl8pPr>
            <a:lvl9pPr algn="l">
              <a:defRPr sz="1050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C6357"/>
                </a:solidFill>
              </a:defRPr>
            </a:pPr>
            <a:r>
              <a:rPr sz="1050" b="0">
                <a:solidFill>
                  <a:srgbClr val="4C6357"/>
                </a:solidFill>
              </a:rPr>
              <a:t>Savia IoT  |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AFBC2-298B-419D-A8F1-ED4F7680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400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550" b="1">
                <a:solidFill>
                  <a:srgbClr val="277A53"/>
                </a:solidFill>
              </a:defRPr>
            </a:defPPr>
            <a:lvl1pPr algn="l">
              <a:defRPr sz="5550" b="1">
                <a:solidFill>
                  <a:srgbClr val="277A53"/>
                </a:solidFill>
              </a:defRPr>
            </a:lvl1pPr>
            <a:lvl2pPr algn="l">
              <a:defRPr sz="5550" b="1">
                <a:solidFill>
                  <a:srgbClr val="277A53"/>
                </a:solidFill>
              </a:defRPr>
            </a:lvl2pPr>
            <a:lvl3pPr algn="l">
              <a:defRPr sz="5550" b="1">
                <a:solidFill>
                  <a:srgbClr val="277A53"/>
                </a:solidFill>
              </a:defRPr>
            </a:lvl3pPr>
            <a:lvl4pPr algn="l">
              <a:defRPr sz="5550" b="1">
                <a:solidFill>
                  <a:srgbClr val="277A53"/>
                </a:solidFill>
              </a:defRPr>
            </a:lvl4pPr>
            <a:lvl5pPr algn="l">
              <a:defRPr sz="5550" b="1">
                <a:solidFill>
                  <a:srgbClr val="277A53"/>
                </a:solidFill>
              </a:defRPr>
            </a:lvl5pPr>
            <a:lvl6pPr algn="l">
              <a:defRPr sz="5550" b="1">
                <a:solidFill>
                  <a:srgbClr val="277A53"/>
                </a:solidFill>
              </a:defRPr>
            </a:lvl6pPr>
            <a:lvl7pPr algn="l">
              <a:defRPr sz="5550" b="1">
                <a:solidFill>
                  <a:srgbClr val="277A53"/>
                </a:solidFill>
              </a:defRPr>
            </a:lvl7pPr>
            <a:lvl8pPr algn="l">
              <a:defRPr sz="5550" b="1">
                <a:solidFill>
                  <a:srgbClr val="277A53"/>
                </a:solidFill>
              </a:defRPr>
            </a:lvl8pPr>
            <a:lvl9pPr algn="l">
              <a:defRPr sz="5550" b="1">
                <a:solidFill>
                  <a:srgbClr val="277A53"/>
                </a:solidFill>
              </a:defRPr>
            </a:lvl9pPr>
          </a:lstStyle>
          <a:p xmlns:a="http://schemas.openxmlformats.org/drawingml/2006/main">
            <a:pPr algn="l">
              <a:defRPr sz="5550" b="1">
                <a:solidFill>
                  <a:srgbClr val="277A53"/>
                </a:solidFill>
              </a:defRPr>
            </a:pPr>
            <a:r>
              <a:rPr sz="5550" b="1">
                <a:solidFill>
                  <a:srgbClr val="277A53"/>
                </a:solidFill>
              </a:rPr>
              <a:t>4 →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2F5CE-8943-469E-9728-EEBEAE62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4191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7251F"/>
                </a:solidFill>
              </a:defRPr>
            </a:defPPr>
            <a:lvl1pPr algn="l">
              <a:defRPr sz="1875" b="0">
                <a:solidFill>
                  <a:srgbClr val="17251F"/>
                </a:solidFill>
              </a:defRPr>
            </a:lvl1pPr>
            <a:lvl2pPr algn="l">
              <a:defRPr sz="1875" b="0">
                <a:solidFill>
                  <a:srgbClr val="17251F"/>
                </a:solidFill>
              </a:defRPr>
            </a:lvl2pPr>
            <a:lvl3pPr algn="l">
              <a:defRPr sz="1875" b="0">
                <a:solidFill>
                  <a:srgbClr val="17251F"/>
                </a:solidFill>
              </a:defRPr>
            </a:lvl3pPr>
            <a:lvl4pPr algn="l">
              <a:defRPr sz="1875" b="0">
                <a:solidFill>
                  <a:srgbClr val="17251F"/>
                </a:solidFill>
              </a:defRPr>
            </a:lvl4pPr>
            <a:lvl5pPr algn="l">
              <a:defRPr sz="1875" b="0">
                <a:solidFill>
                  <a:srgbClr val="17251F"/>
                </a:solidFill>
              </a:defRPr>
            </a:lvl5pPr>
            <a:lvl6pPr algn="l">
              <a:defRPr sz="1875" b="0">
                <a:solidFill>
                  <a:srgbClr val="17251F"/>
                </a:solidFill>
              </a:defRPr>
            </a:lvl6pPr>
            <a:lvl7pPr algn="l">
              <a:defRPr sz="1875" b="0">
                <a:solidFill>
                  <a:srgbClr val="17251F"/>
                </a:solidFill>
              </a:defRPr>
            </a:lvl7pPr>
            <a:lvl8pPr algn="l">
              <a:defRPr sz="1875" b="0">
                <a:solidFill>
                  <a:srgbClr val="17251F"/>
                </a:solidFill>
              </a:defRPr>
            </a:lvl8pPr>
            <a:lvl9pPr algn="l">
              <a:defRPr sz="1875" b="0">
                <a:solidFill>
                  <a:srgbClr val="17251F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51F"/>
                </a:solidFill>
              </a:defRPr>
            </a:pPr>
            <a:r>
              <a:rPr sz="1875" b="0">
                <a:solidFill>
                  <a:srgbClr val="17251F"/>
                </a:solidFill>
              </a:rPr>
              <a:t>lecturas registradas durante una sesión de simulación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D2FCC-3565-4F2A-AC34-13036C7B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173B30"/>
                </a:solidFill>
              </a:defRPr>
            </a:defPPr>
            <a:lvl1pPr algn="l">
              <a:defRPr sz="3600" b="1">
                <a:solidFill>
                  <a:srgbClr val="173B30"/>
                </a:solidFill>
              </a:defRPr>
            </a:lvl1pPr>
            <a:lvl2pPr algn="l">
              <a:defRPr sz="3600" b="1">
                <a:solidFill>
                  <a:srgbClr val="173B30"/>
                </a:solidFill>
              </a:defRPr>
            </a:lvl2pPr>
            <a:lvl3pPr algn="l">
              <a:defRPr sz="3600" b="1">
                <a:solidFill>
                  <a:srgbClr val="173B30"/>
                </a:solidFill>
              </a:defRPr>
            </a:lvl3pPr>
            <a:lvl4pPr algn="l">
              <a:defRPr sz="3600" b="1">
                <a:solidFill>
                  <a:srgbClr val="173B30"/>
                </a:solidFill>
              </a:defRPr>
            </a:lvl4pPr>
            <a:lvl5pPr algn="l">
              <a:defRPr sz="3600" b="1">
                <a:solidFill>
                  <a:srgbClr val="173B30"/>
                </a:solidFill>
              </a:defRPr>
            </a:lvl5pPr>
            <a:lvl6pPr algn="l">
              <a:defRPr sz="3600" b="1">
                <a:solidFill>
                  <a:srgbClr val="173B30"/>
                </a:solidFill>
              </a:defRPr>
            </a:lvl6pPr>
            <a:lvl7pPr algn="l">
              <a:defRPr sz="3600" b="1">
                <a:solidFill>
                  <a:srgbClr val="173B30"/>
                </a:solidFill>
              </a:defRPr>
            </a:lvl7pPr>
            <a:lvl8pPr algn="l">
              <a:defRPr sz="3600" b="1">
                <a:solidFill>
                  <a:srgbClr val="173B30"/>
                </a:solidFill>
              </a:defRPr>
            </a:lvl8pPr>
            <a:lvl9pPr algn="l">
              <a:defRPr sz="3600" b="1">
                <a:solidFill>
                  <a:srgbClr val="173B30"/>
                </a:solidFill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B30"/>
                </a:solidFill>
              </a:defRPr>
            </a:pPr>
            <a:r>
              <a:rPr sz="3600" b="1">
                <a:solidFill>
                  <a:srgbClr val="173B30"/>
                </a:solidFill>
              </a:rPr>
              <a:t>23 · 24 ·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60434-AFD5-45C2-BAEA-60F331DB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9875"/>
            <a:ext cx="514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7251F"/>
                </a:solidFill>
              </a:defRPr>
            </a:defPPr>
            <a:lvl1pPr algn="l">
              <a:defRPr sz="1875" b="0">
                <a:solidFill>
                  <a:srgbClr val="17251F"/>
                </a:solidFill>
              </a:defRPr>
            </a:lvl1pPr>
            <a:lvl2pPr algn="l">
              <a:defRPr sz="1875" b="0">
                <a:solidFill>
                  <a:srgbClr val="17251F"/>
                </a:solidFill>
              </a:defRPr>
            </a:lvl2pPr>
            <a:lvl3pPr algn="l">
              <a:defRPr sz="1875" b="0">
                <a:solidFill>
                  <a:srgbClr val="17251F"/>
                </a:solidFill>
              </a:defRPr>
            </a:lvl3pPr>
            <a:lvl4pPr algn="l">
              <a:defRPr sz="1875" b="0">
                <a:solidFill>
                  <a:srgbClr val="17251F"/>
                </a:solidFill>
              </a:defRPr>
            </a:lvl4pPr>
            <a:lvl5pPr algn="l">
              <a:defRPr sz="1875" b="0">
                <a:solidFill>
                  <a:srgbClr val="17251F"/>
                </a:solidFill>
              </a:defRPr>
            </a:lvl5pPr>
            <a:lvl6pPr algn="l">
              <a:defRPr sz="1875" b="0">
                <a:solidFill>
                  <a:srgbClr val="17251F"/>
                </a:solidFill>
              </a:defRPr>
            </a:lvl6pPr>
            <a:lvl7pPr algn="l">
              <a:defRPr sz="1875" b="0">
                <a:solidFill>
                  <a:srgbClr val="17251F"/>
                </a:solidFill>
              </a:defRPr>
            </a:lvl7pPr>
            <a:lvl8pPr algn="l">
              <a:defRPr sz="1875" b="0">
                <a:solidFill>
                  <a:srgbClr val="17251F"/>
                </a:solidFill>
              </a:defRPr>
            </a:lvl8pPr>
            <a:lvl9pPr algn="l">
              <a:defRPr sz="1875" b="0">
                <a:solidFill>
                  <a:srgbClr val="17251F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51F"/>
                </a:solidFill>
              </a:defRPr>
            </a:pPr>
            <a:r>
              <a:rPr sz="1875" b="0">
                <a:solidFill>
                  <a:srgbClr val="17251F"/>
                </a:solidFill>
              </a:rPr>
              <a:t>secuencias del mismo arranque vistas en la API y el 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7261D-3D98-4C8A-B6C5-FC62BAEA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1009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E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602D9-02B1-431B-8619-6711CC6A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4C6357"/>
                </a:solidFill>
              </a:defRPr>
            </a:defPPr>
            <a:lvl1pPr algn="l">
              <a:defRPr sz="1800" b="0">
                <a:solidFill>
                  <a:srgbClr val="4C6357"/>
                </a:solidFill>
              </a:defRPr>
            </a:lvl1pPr>
            <a:lvl2pPr algn="l">
              <a:defRPr sz="1800" b="0">
                <a:solidFill>
                  <a:srgbClr val="4C6357"/>
                </a:solidFill>
              </a:defRPr>
            </a:lvl2pPr>
            <a:lvl3pPr algn="l">
              <a:defRPr sz="1800" b="0">
                <a:solidFill>
                  <a:srgbClr val="4C6357"/>
                </a:solidFill>
              </a:defRPr>
            </a:lvl3pPr>
            <a:lvl4pPr algn="l">
              <a:defRPr sz="1800" b="0">
                <a:solidFill>
                  <a:srgbClr val="4C6357"/>
                </a:solidFill>
              </a:defRPr>
            </a:lvl4pPr>
            <a:lvl5pPr algn="l">
              <a:defRPr sz="1800" b="0">
                <a:solidFill>
                  <a:srgbClr val="4C6357"/>
                </a:solidFill>
              </a:defRPr>
            </a:lvl5pPr>
            <a:lvl6pPr algn="l">
              <a:defRPr sz="1800" b="0">
                <a:solidFill>
                  <a:srgbClr val="4C6357"/>
                </a:solidFill>
              </a:defRPr>
            </a:lvl6pPr>
            <a:lvl7pPr algn="l">
              <a:defRPr sz="1800" b="0">
                <a:solidFill>
                  <a:srgbClr val="4C6357"/>
                </a:solidFill>
              </a:defRPr>
            </a:lvl7pPr>
            <a:lvl8pPr algn="l">
              <a:defRPr sz="1800" b="0">
                <a:solidFill>
                  <a:srgbClr val="4C6357"/>
                </a:solidFill>
              </a:defRPr>
            </a:lvl8pPr>
            <a:lvl9pPr algn="l">
              <a:defRPr sz="1800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C6357"/>
                </a:solidFill>
              </a:defRPr>
            </a:pPr>
            <a:r>
              <a:rPr sz="1800" b="0">
                <a:solidFill>
                  <a:srgbClr val="4C6357"/>
                </a:solidFill>
              </a:rPr>
              <a:t>La ruta de salud indicó PostgreSQL operativo. RDS estaba disponible y sin acceso público.</a:t>
            </a:r>
          </a:p>
        </p:txBody>
      </p:sp>
    </p:spTree>
    <p:extLst>
      <p:ext uri="{BB962C8B-B14F-4D97-AF65-F5344CB8AC3E}">
        <p14:creationId xmlns:p14="http://schemas.microsoft.com/office/powerpoint/2010/main" val="4936852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F0221-E7B1-46B2-A8DA-37AE5C0D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95552-0EDD-43F7-9EF5-675157D3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0744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B30"/>
                </a:solidFill>
              </a:defRPr>
            </a:defPPr>
            <a:lvl1pPr algn="l">
              <a:defRPr sz="2850" b="1">
                <a:solidFill>
                  <a:srgbClr val="173B30"/>
                </a:solidFill>
              </a:defRPr>
            </a:lvl1pPr>
            <a:lvl2pPr algn="l">
              <a:defRPr sz="2850" b="1">
                <a:solidFill>
                  <a:srgbClr val="173B30"/>
                </a:solidFill>
              </a:defRPr>
            </a:lvl2pPr>
            <a:lvl3pPr algn="l">
              <a:defRPr sz="2850" b="1">
                <a:solidFill>
                  <a:srgbClr val="173B30"/>
                </a:solidFill>
              </a:defRPr>
            </a:lvl3pPr>
            <a:lvl4pPr algn="l">
              <a:defRPr sz="2850" b="1">
                <a:solidFill>
                  <a:srgbClr val="173B30"/>
                </a:solidFill>
              </a:defRPr>
            </a:lvl4pPr>
            <a:lvl5pPr algn="l">
              <a:defRPr sz="2850" b="1">
                <a:solidFill>
                  <a:srgbClr val="173B30"/>
                </a:solidFill>
              </a:defRPr>
            </a:lvl5pPr>
            <a:lvl6pPr algn="l">
              <a:defRPr sz="2850" b="1">
                <a:solidFill>
                  <a:srgbClr val="173B30"/>
                </a:solidFill>
              </a:defRPr>
            </a:lvl6pPr>
            <a:lvl7pPr algn="l">
              <a:defRPr sz="2850" b="1">
                <a:solidFill>
                  <a:srgbClr val="173B30"/>
                </a:solidFill>
              </a:defRPr>
            </a:lvl7pPr>
            <a:lvl8pPr algn="l">
              <a:defRPr sz="2850" b="1">
                <a:solidFill>
                  <a:srgbClr val="173B30"/>
                </a:solidFill>
              </a:defRPr>
            </a:lvl8pPr>
            <a:lvl9pPr algn="l">
              <a:defRPr sz="2850" b="1">
                <a:solidFill>
                  <a:srgbClr val="173B30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B30"/>
                </a:solidFill>
              </a:defRPr>
            </a:pPr>
            <a:r>
              <a:rPr sz="2850" b="1">
                <a:solidFill>
                  <a:srgbClr val="173B30"/>
                </a:solidFill>
              </a:rPr>
              <a:t>Alcance de la demostración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9313A-BD9B-47BD-AD4F-E696C7E8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4C6357"/>
                </a:solidFill>
              </a:defRPr>
            </a:defPPr>
            <a:lvl1pPr algn="l">
              <a:defRPr sz="1050" b="0">
                <a:solidFill>
                  <a:srgbClr val="4C6357"/>
                </a:solidFill>
              </a:defRPr>
            </a:lvl1pPr>
            <a:lvl2pPr algn="l">
              <a:defRPr sz="1050" b="0">
                <a:solidFill>
                  <a:srgbClr val="4C6357"/>
                </a:solidFill>
              </a:defRPr>
            </a:lvl2pPr>
            <a:lvl3pPr algn="l">
              <a:defRPr sz="1050" b="0">
                <a:solidFill>
                  <a:srgbClr val="4C6357"/>
                </a:solidFill>
              </a:defRPr>
            </a:lvl3pPr>
            <a:lvl4pPr algn="l">
              <a:defRPr sz="1050" b="0">
                <a:solidFill>
                  <a:srgbClr val="4C6357"/>
                </a:solidFill>
              </a:defRPr>
            </a:lvl4pPr>
            <a:lvl5pPr algn="l">
              <a:defRPr sz="1050" b="0">
                <a:solidFill>
                  <a:srgbClr val="4C6357"/>
                </a:solidFill>
              </a:defRPr>
            </a:lvl5pPr>
            <a:lvl6pPr algn="l">
              <a:defRPr sz="1050" b="0">
                <a:solidFill>
                  <a:srgbClr val="4C6357"/>
                </a:solidFill>
              </a:defRPr>
            </a:lvl6pPr>
            <a:lvl7pPr algn="l">
              <a:defRPr sz="1050" b="0">
                <a:solidFill>
                  <a:srgbClr val="4C6357"/>
                </a:solidFill>
              </a:defRPr>
            </a:lvl7pPr>
            <a:lvl8pPr algn="l">
              <a:defRPr sz="1050" b="0">
                <a:solidFill>
                  <a:srgbClr val="4C6357"/>
                </a:solidFill>
              </a:defRPr>
            </a:lvl8pPr>
            <a:lvl9pPr algn="l">
              <a:defRPr sz="1050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C6357"/>
                </a:solidFill>
              </a:defRPr>
            </a:pPr>
            <a:r>
              <a:rPr sz="1050" b="0">
                <a:solidFill>
                  <a:srgbClr val="4C6357"/>
                </a:solidFill>
              </a:rPr>
              <a:t>Savia IoT  |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51A2C-499A-432C-AAF5-B0352D3B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73B30"/>
                </a:solidFill>
              </a:defRPr>
            </a:defPPr>
            <a:lvl1pPr algn="l">
              <a:defRPr sz="2250" b="1">
                <a:solidFill>
                  <a:srgbClr val="173B30"/>
                </a:solidFill>
              </a:defRPr>
            </a:lvl1pPr>
            <a:lvl2pPr algn="l">
              <a:defRPr sz="2250" b="1">
                <a:solidFill>
                  <a:srgbClr val="173B30"/>
                </a:solidFill>
              </a:defRPr>
            </a:lvl2pPr>
            <a:lvl3pPr algn="l">
              <a:defRPr sz="2250" b="1">
                <a:solidFill>
                  <a:srgbClr val="173B30"/>
                </a:solidFill>
              </a:defRPr>
            </a:lvl3pPr>
            <a:lvl4pPr algn="l">
              <a:defRPr sz="2250" b="1">
                <a:solidFill>
                  <a:srgbClr val="173B30"/>
                </a:solidFill>
              </a:defRPr>
            </a:lvl4pPr>
            <a:lvl5pPr algn="l">
              <a:defRPr sz="2250" b="1">
                <a:solidFill>
                  <a:srgbClr val="173B30"/>
                </a:solidFill>
              </a:defRPr>
            </a:lvl5pPr>
            <a:lvl6pPr algn="l">
              <a:defRPr sz="2250" b="1">
                <a:solidFill>
                  <a:srgbClr val="173B30"/>
                </a:solidFill>
              </a:defRPr>
            </a:lvl6pPr>
            <a:lvl7pPr algn="l">
              <a:defRPr sz="2250" b="1">
                <a:solidFill>
                  <a:srgbClr val="173B30"/>
                </a:solidFill>
              </a:defRPr>
            </a:lvl7pPr>
            <a:lvl8pPr algn="l">
              <a:defRPr sz="2250" b="1">
                <a:solidFill>
                  <a:srgbClr val="173B30"/>
                </a:solidFill>
              </a:defRPr>
            </a:lvl8pPr>
            <a:lvl9pPr algn="l">
              <a:defRPr sz="2250" b="1">
                <a:solidFill>
                  <a:srgbClr val="173B30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3B30"/>
                </a:solidFill>
              </a:defRPr>
            </a:pPr>
            <a:r>
              <a:rPr sz="2250" b="1">
                <a:solidFill>
                  <a:srgbClr val="173B30"/>
                </a:solidFill>
              </a:rPr>
              <a:t>La prueba en AWS corresponde a una sesión observada.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B39D1-27BD-4256-9B9D-ECC8DD21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7251F"/>
                </a:solidFill>
              </a:defRPr>
            </a:defPPr>
            <a:lvl1pPr algn="l">
              <a:defRPr sz="1875" b="0">
                <a:solidFill>
                  <a:srgbClr val="17251F"/>
                </a:solidFill>
              </a:defRPr>
            </a:lvl1pPr>
            <a:lvl2pPr algn="l">
              <a:defRPr sz="1875" b="0">
                <a:solidFill>
                  <a:srgbClr val="17251F"/>
                </a:solidFill>
              </a:defRPr>
            </a:lvl2pPr>
            <a:lvl3pPr algn="l">
              <a:defRPr sz="1875" b="0">
                <a:solidFill>
                  <a:srgbClr val="17251F"/>
                </a:solidFill>
              </a:defRPr>
            </a:lvl3pPr>
            <a:lvl4pPr algn="l">
              <a:defRPr sz="1875" b="0">
                <a:solidFill>
                  <a:srgbClr val="17251F"/>
                </a:solidFill>
              </a:defRPr>
            </a:lvl4pPr>
            <a:lvl5pPr algn="l">
              <a:defRPr sz="1875" b="0">
                <a:solidFill>
                  <a:srgbClr val="17251F"/>
                </a:solidFill>
              </a:defRPr>
            </a:lvl5pPr>
            <a:lvl6pPr algn="l">
              <a:defRPr sz="1875" b="0">
                <a:solidFill>
                  <a:srgbClr val="17251F"/>
                </a:solidFill>
              </a:defRPr>
            </a:lvl6pPr>
            <a:lvl7pPr algn="l">
              <a:defRPr sz="1875" b="0">
                <a:solidFill>
                  <a:srgbClr val="17251F"/>
                </a:solidFill>
              </a:defRPr>
            </a:lvl7pPr>
            <a:lvl8pPr algn="l">
              <a:defRPr sz="1875" b="0">
                <a:solidFill>
                  <a:srgbClr val="17251F"/>
                </a:solidFill>
              </a:defRPr>
            </a:lvl8pPr>
            <a:lvl9pPr algn="l">
              <a:defRPr sz="1875" b="0">
                <a:solidFill>
                  <a:srgbClr val="17251F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51F"/>
                </a:solidFill>
              </a:defRPr>
            </a:pPr>
            <a:r>
              <a:rPr sz="1875" b="0">
                <a:solidFill>
                  <a:srgbClr val="17251F"/>
                </a:solidFill>
              </a:rPr>
              <a:t>En una comprobación posterior, la pasarela Wi-Fi de Wokwi no conectó. El ESP32 mantuvo el control local, pero no llegaron nuevas lecturas al servidor.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54074-658F-41C5-B986-1FACED75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19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E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5DE93-4F4E-481F-8EDB-AAD4C49F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4C6357"/>
                </a:solidFill>
              </a:defRPr>
            </a:defPPr>
            <a:lvl1pPr algn="l">
              <a:defRPr sz="1800" b="0">
                <a:solidFill>
                  <a:srgbClr val="4C6357"/>
                </a:solidFill>
              </a:defRPr>
            </a:lvl1pPr>
            <a:lvl2pPr algn="l">
              <a:defRPr sz="1800" b="0">
                <a:solidFill>
                  <a:srgbClr val="4C6357"/>
                </a:solidFill>
              </a:defRPr>
            </a:lvl2pPr>
            <a:lvl3pPr algn="l">
              <a:defRPr sz="1800" b="0">
                <a:solidFill>
                  <a:srgbClr val="4C6357"/>
                </a:solidFill>
              </a:defRPr>
            </a:lvl3pPr>
            <a:lvl4pPr algn="l">
              <a:defRPr sz="1800" b="0">
                <a:solidFill>
                  <a:srgbClr val="4C6357"/>
                </a:solidFill>
              </a:defRPr>
            </a:lvl4pPr>
            <a:lvl5pPr algn="l">
              <a:defRPr sz="1800" b="0">
                <a:solidFill>
                  <a:srgbClr val="4C6357"/>
                </a:solidFill>
              </a:defRPr>
            </a:lvl5pPr>
            <a:lvl6pPr algn="l">
              <a:defRPr sz="1800" b="0">
                <a:solidFill>
                  <a:srgbClr val="4C6357"/>
                </a:solidFill>
              </a:defRPr>
            </a:lvl6pPr>
            <a:lvl7pPr algn="l">
              <a:defRPr sz="1800" b="0">
                <a:solidFill>
                  <a:srgbClr val="4C6357"/>
                </a:solidFill>
              </a:defRPr>
            </a:lvl7pPr>
            <a:lvl8pPr algn="l">
              <a:defRPr sz="1800" b="0">
                <a:solidFill>
                  <a:srgbClr val="4C6357"/>
                </a:solidFill>
              </a:defRPr>
            </a:lvl8pPr>
            <a:lvl9pPr algn="l">
              <a:defRPr sz="1800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C6357"/>
                </a:solidFill>
              </a:defRPr>
            </a:pPr>
            <a:r>
              <a:rPr sz="1800" b="0">
                <a:solidFill>
                  <a:srgbClr val="4C6357"/>
                </a:solidFill>
              </a:rPr>
              <a:t>Los datos son simulados. El broker MQTT es público. El servidor AWS usa HTTP. La guía del repositorio describe por separado cómo reproducir la etapa Ubuntu local.</a:t>
            </a:r>
          </a:p>
        </p:txBody>
      </p:sp>
    </p:spTree>
    <p:extLst>
      <p:ext uri="{BB962C8B-B14F-4D97-AF65-F5344CB8AC3E}">
        <p14:creationId xmlns:p14="http://schemas.microsoft.com/office/powerpoint/2010/main" val="16980292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859C7-479D-4880-B59B-59C11D2A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D9BFF-95E3-43C3-8637-A472B0A3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10744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B30"/>
                </a:solidFill>
              </a:defRPr>
            </a:defPPr>
            <a:lvl1pPr algn="l">
              <a:defRPr sz="2850" b="1">
                <a:solidFill>
                  <a:srgbClr val="173B30"/>
                </a:solidFill>
              </a:defRPr>
            </a:lvl1pPr>
            <a:lvl2pPr algn="l">
              <a:defRPr sz="2850" b="1">
                <a:solidFill>
                  <a:srgbClr val="173B30"/>
                </a:solidFill>
              </a:defRPr>
            </a:lvl2pPr>
            <a:lvl3pPr algn="l">
              <a:defRPr sz="2850" b="1">
                <a:solidFill>
                  <a:srgbClr val="173B30"/>
                </a:solidFill>
              </a:defRPr>
            </a:lvl3pPr>
            <a:lvl4pPr algn="l">
              <a:defRPr sz="2850" b="1">
                <a:solidFill>
                  <a:srgbClr val="173B30"/>
                </a:solidFill>
              </a:defRPr>
            </a:lvl4pPr>
            <a:lvl5pPr algn="l">
              <a:defRPr sz="2850" b="1">
                <a:solidFill>
                  <a:srgbClr val="173B30"/>
                </a:solidFill>
              </a:defRPr>
            </a:lvl5pPr>
            <a:lvl6pPr algn="l">
              <a:defRPr sz="2850" b="1">
                <a:solidFill>
                  <a:srgbClr val="173B30"/>
                </a:solidFill>
              </a:defRPr>
            </a:lvl6pPr>
            <a:lvl7pPr algn="l">
              <a:defRPr sz="2850" b="1">
                <a:solidFill>
                  <a:srgbClr val="173B30"/>
                </a:solidFill>
              </a:defRPr>
            </a:lvl7pPr>
            <a:lvl8pPr algn="l">
              <a:defRPr sz="2850" b="1">
                <a:solidFill>
                  <a:srgbClr val="173B30"/>
                </a:solidFill>
              </a:defRPr>
            </a:lvl8pPr>
            <a:lvl9pPr algn="l">
              <a:defRPr sz="2850" b="1">
                <a:solidFill>
                  <a:srgbClr val="173B30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B30"/>
                </a:solidFill>
              </a:defRPr>
            </a:pPr>
            <a:r>
              <a:rPr sz="2850" b="1">
                <a:solidFill>
                  <a:srgbClr val="173B30"/>
                </a:solidFill>
              </a:rPr>
              <a:t>Demostración para la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01644-E11A-40DE-A2EE-E882457F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4C6357"/>
                </a:solidFill>
              </a:defRPr>
            </a:defPPr>
            <a:lvl1pPr algn="l">
              <a:defRPr sz="1050" b="0">
                <a:solidFill>
                  <a:srgbClr val="4C6357"/>
                </a:solidFill>
              </a:defRPr>
            </a:lvl1pPr>
            <a:lvl2pPr algn="l">
              <a:defRPr sz="1050" b="0">
                <a:solidFill>
                  <a:srgbClr val="4C6357"/>
                </a:solidFill>
              </a:defRPr>
            </a:lvl2pPr>
            <a:lvl3pPr algn="l">
              <a:defRPr sz="1050" b="0">
                <a:solidFill>
                  <a:srgbClr val="4C6357"/>
                </a:solidFill>
              </a:defRPr>
            </a:lvl3pPr>
            <a:lvl4pPr algn="l">
              <a:defRPr sz="1050" b="0">
                <a:solidFill>
                  <a:srgbClr val="4C6357"/>
                </a:solidFill>
              </a:defRPr>
            </a:lvl4pPr>
            <a:lvl5pPr algn="l">
              <a:defRPr sz="1050" b="0">
                <a:solidFill>
                  <a:srgbClr val="4C6357"/>
                </a:solidFill>
              </a:defRPr>
            </a:lvl5pPr>
            <a:lvl6pPr algn="l">
              <a:defRPr sz="1050" b="0">
                <a:solidFill>
                  <a:srgbClr val="4C6357"/>
                </a:solidFill>
              </a:defRPr>
            </a:lvl6pPr>
            <a:lvl7pPr algn="l">
              <a:defRPr sz="1050" b="0">
                <a:solidFill>
                  <a:srgbClr val="4C6357"/>
                </a:solidFill>
              </a:defRPr>
            </a:lvl7pPr>
            <a:lvl8pPr algn="l">
              <a:defRPr sz="1050" b="0">
                <a:solidFill>
                  <a:srgbClr val="4C6357"/>
                </a:solidFill>
              </a:defRPr>
            </a:lvl8pPr>
            <a:lvl9pPr algn="l">
              <a:defRPr sz="1050" b="0">
                <a:solidFill>
                  <a:srgbClr val="4C6357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C6357"/>
                </a:solidFill>
              </a:defRPr>
            </a:pPr>
            <a:r>
              <a:rPr sz="1050" b="0">
                <a:solidFill>
                  <a:srgbClr val="4C6357"/>
                </a:solidFill>
              </a:rPr>
              <a:t>Savia IoT  |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C8564-7581-42D1-B0F7-B840AF58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4782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7251F"/>
                </a:solidFill>
              </a:defRPr>
            </a:defPPr>
            <a:lvl1pPr algn="l">
              <a:defRPr sz="1800" b="0">
                <a:solidFill>
                  <a:srgbClr val="17251F"/>
                </a:solidFill>
              </a:defRPr>
            </a:lvl1pPr>
            <a:lvl2pPr algn="l">
              <a:defRPr sz="1800" b="0">
                <a:solidFill>
                  <a:srgbClr val="17251F"/>
                </a:solidFill>
              </a:defRPr>
            </a:lvl2pPr>
            <a:lvl3pPr algn="l">
              <a:defRPr sz="1800" b="0">
                <a:solidFill>
                  <a:srgbClr val="17251F"/>
                </a:solidFill>
              </a:defRPr>
            </a:lvl3pPr>
            <a:lvl4pPr algn="l">
              <a:defRPr sz="1800" b="0">
                <a:solidFill>
                  <a:srgbClr val="17251F"/>
                </a:solidFill>
              </a:defRPr>
            </a:lvl4pPr>
            <a:lvl5pPr algn="l">
              <a:defRPr sz="1800" b="0">
                <a:solidFill>
                  <a:srgbClr val="17251F"/>
                </a:solidFill>
              </a:defRPr>
            </a:lvl5pPr>
            <a:lvl6pPr algn="l">
              <a:defRPr sz="1800" b="0">
                <a:solidFill>
                  <a:srgbClr val="17251F"/>
                </a:solidFill>
              </a:defRPr>
            </a:lvl6pPr>
            <a:lvl7pPr algn="l">
              <a:defRPr sz="1800" b="0">
                <a:solidFill>
                  <a:srgbClr val="17251F"/>
                </a:solidFill>
              </a:defRPr>
            </a:lvl7pPr>
            <a:lvl8pPr algn="l">
              <a:defRPr sz="1800" b="0">
                <a:solidFill>
                  <a:srgbClr val="17251F"/>
                </a:solidFill>
              </a:defRPr>
            </a:lvl8pPr>
            <a:lvl9pPr algn="l">
              <a:defRPr sz="1800" b="0">
                <a:solidFill>
                  <a:srgbClr val="17251F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1F"/>
                </a:solidFill>
              </a:defRPr>
            </a:pPr>
            <a:r>
              <a:rPr sz="1800" b="0">
                <a:solidFill>
                  <a:srgbClr val="17251F"/>
                </a:solidFill>
              </a:rPr>
              <a:t>1. Iniciar Wokwi y variar la temperatura del DHT22.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6B5B9-5565-45C6-9C6C-D1BD8F3C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7251F"/>
                </a:solidFill>
              </a:defRPr>
            </a:defPPr>
            <a:lvl1pPr algn="l">
              <a:defRPr sz="1800" b="0">
                <a:solidFill>
                  <a:srgbClr val="17251F"/>
                </a:solidFill>
              </a:defRPr>
            </a:lvl1pPr>
            <a:lvl2pPr algn="l">
              <a:defRPr sz="1800" b="0">
                <a:solidFill>
                  <a:srgbClr val="17251F"/>
                </a:solidFill>
              </a:defRPr>
            </a:lvl2pPr>
            <a:lvl3pPr algn="l">
              <a:defRPr sz="1800" b="0">
                <a:solidFill>
                  <a:srgbClr val="17251F"/>
                </a:solidFill>
              </a:defRPr>
            </a:lvl3pPr>
            <a:lvl4pPr algn="l">
              <a:defRPr sz="1800" b="0">
                <a:solidFill>
                  <a:srgbClr val="17251F"/>
                </a:solidFill>
              </a:defRPr>
            </a:lvl4pPr>
            <a:lvl5pPr algn="l">
              <a:defRPr sz="1800" b="0">
                <a:solidFill>
                  <a:srgbClr val="17251F"/>
                </a:solidFill>
              </a:defRPr>
            </a:lvl5pPr>
            <a:lvl6pPr algn="l">
              <a:defRPr sz="1800" b="0">
                <a:solidFill>
                  <a:srgbClr val="17251F"/>
                </a:solidFill>
              </a:defRPr>
            </a:lvl6pPr>
            <a:lvl7pPr algn="l">
              <a:defRPr sz="1800" b="0">
                <a:solidFill>
                  <a:srgbClr val="17251F"/>
                </a:solidFill>
              </a:defRPr>
            </a:lvl7pPr>
            <a:lvl8pPr algn="l">
              <a:defRPr sz="1800" b="0">
                <a:solidFill>
                  <a:srgbClr val="17251F"/>
                </a:solidFill>
              </a:defRPr>
            </a:lvl8pPr>
            <a:lvl9pPr algn="l">
              <a:defRPr sz="1800" b="0">
                <a:solidFill>
                  <a:srgbClr val="17251F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1F"/>
                </a:solidFill>
              </a:defRPr>
            </a:pPr>
            <a:r>
              <a:rPr sz="1800" b="0">
                <a:solidFill>
                  <a:srgbClr val="17251F"/>
                </a:solidFill>
              </a:rPr>
              <a:t>2. Mostrar el monitor serial y la respuesta local del LED.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83825-0536-4C6F-9545-C1F6823C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7251F"/>
                </a:solidFill>
              </a:defRPr>
            </a:defPPr>
            <a:lvl1pPr algn="l">
              <a:defRPr sz="1800" b="0">
                <a:solidFill>
                  <a:srgbClr val="17251F"/>
                </a:solidFill>
              </a:defRPr>
            </a:lvl1pPr>
            <a:lvl2pPr algn="l">
              <a:defRPr sz="1800" b="0">
                <a:solidFill>
                  <a:srgbClr val="17251F"/>
                </a:solidFill>
              </a:defRPr>
            </a:lvl2pPr>
            <a:lvl3pPr algn="l">
              <a:defRPr sz="1800" b="0">
                <a:solidFill>
                  <a:srgbClr val="17251F"/>
                </a:solidFill>
              </a:defRPr>
            </a:lvl3pPr>
            <a:lvl4pPr algn="l">
              <a:defRPr sz="1800" b="0">
                <a:solidFill>
                  <a:srgbClr val="17251F"/>
                </a:solidFill>
              </a:defRPr>
            </a:lvl4pPr>
            <a:lvl5pPr algn="l">
              <a:defRPr sz="1800" b="0">
                <a:solidFill>
                  <a:srgbClr val="17251F"/>
                </a:solidFill>
              </a:defRPr>
            </a:lvl5pPr>
            <a:lvl6pPr algn="l">
              <a:defRPr sz="1800" b="0">
                <a:solidFill>
                  <a:srgbClr val="17251F"/>
                </a:solidFill>
              </a:defRPr>
            </a:lvl6pPr>
            <a:lvl7pPr algn="l">
              <a:defRPr sz="1800" b="0">
                <a:solidFill>
                  <a:srgbClr val="17251F"/>
                </a:solidFill>
              </a:defRPr>
            </a:lvl7pPr>
            <a:lvl8pPr algn="l">
              <a:defRPr sz="1800" b="0">
                <a:solidFill>
                  <a:srgbClr val="17251F"/>
                </a:solidFill>
              </a:defRPr>
            </a:lvl8pPr>
            <a:lvl9pPr algn="l">
              <a:defRPr sz="1800" b="0">
                <a:solidFill>
                  <a:srgbClr val="17251F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1F"/>
                </a:solidFill>
              </a:defRPr>
            </a:pPr>
            <a:r>
              <a:rPr sz="1800" b="0">
                <a:solidFill>
                  <a:srgbClr val="17251F"/>
                </a:solidFill>
              </a:rPr>
              <a:t>3. Confirmar conexión antes de afirmar que entran datos nuevos.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86E7C-96A9-4E31-98F8-A1BE5C5E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9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7251F"/>
                </a:solidFill>
              </a:defRPr>
            </a:defPPr>
            <a:lvl1pPr algn="l">
              <a:defRPr sz="1800" b="0">
                <a:solidFill>
                  <a:srgbClr val="17251F"/>
                </a:solidFill>
              </a:defRPr>
            </a:lvl1pPr>
            <a:lvl2pPr algn="l">
              <a:defRPr sz="1800" b="0">
                <a:solidFill>
                  <a:srgbClr val="17251F"/>
                </a:solidFill>
              </a:defRPr>
            </a:lvl2pPr>
            <a:lvl3pPr algn="l">
              <a:defRPr sz="1800" b="0">
                <a:solidFill>
                  <a:srgbClr val="17251F"/>
                </a:solidFill>
              </a:defRPr>
            </a:lvl3pPr>
            <a:lvl4pPr algn="l">
              <a:defRPr sz="1800" b="0">
                <a:solidFill>
                  <a:srgbClr val="17251F"/>
                </a:solidFill>
              </a:defRPr>
            </a:lvl4pPr>
            <a:lvl5pPr algn="l">
              <a:defRPr sz="1800" b="0">
                <a:solidFill>
                  <a:srgbClr val="17251F"/>
                </a:solidFill>
              </a:defRPr>
            </a:lvl5pPr>
            <a:lvl6pPr algn="l">
              <a:defRPr sz="1800" b="0">
                <a:solidFill>
                  <a:srgbClr val="17251F"/>
                </a:solidFill>
              </a:defRPr>
            </a:lvl6pPr>
            <a:lvl7pPr algn="l">
              <a:defRPr sz="1800" b="0">
                <a:solidFill>
                  <a:srgbClr val="17251F"/>
                </a:solidFill>
              </a:defRPr>
            </a:lvl7pPr>
            <a:lvl8pPr algn="l">
              <a:defRPr sz="1800" b="0">
                <a:solidFill>
                  <a:srgbClr val="17251F"/>
                </a:solidFill>
              </a:defRPr>
            </a:lvl8pPr>
            <a:lvl9pPr algn="l">
              <a:defRPr sz="1800" b="0">
                <a:solidFill>
                  <a:srgbClr val="17251F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1F"/>
                </a:solidFill>
              </a:defRPr>
            </a:pPr>
            <a:r>
              <a:rPr sz="1800" b="0">
                <a:solidFill>
                  <a:srgbClr val="17251F"/>
                </a:solidFill>
              </a:rPr>
              <a:t>4. Comparar la misma secuencia en API, PostgreSQL y CSV.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7A0BE-7E4E-44EB-A800-D8C597C6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7202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7251F"/>
                </a:solidFill>
              </a:defRPr>
            </a:defPPr>
            <a:lvl1pPr algn="l">
              <a:defRPr sz="1800" b="0">
                <a:solidFill>
                  <a:srgbClr val="17251F"/>
                </a:solidFill>
              </a:defRPr>
            </a:lvl1pPr>
            <a:lvl2pPr algn="l">
              <a:defRPr sz="1800" b="0">
                <a:solidFill>
                  <a:srgbClr val="17251F"/>
                </a:solidFill>
              </a:defRPr>
            </a:lvl2pPr>
            <a:lvl3pPr algn="l">
              <a:defRPr sz="1800" b="0">
                <a:solidFill>
                  <a:srgbClr val="17251F"/>
                </a:solidFill>
              </a:defRPr>
            </a:lvl3pPr>
            <a:lvl4pPr algn="l">
              <a:defRPr sz="1800" b="0">
                <a:solidFill>
                  <a:srgbClr val="17251F"/>
                </a:solidFill>
              </a:defRPr>
            </a:lvl4pPr>
            <a:lvl5pPr algn="l">
              <a:defRPr sz="1800" b="0">
                <a:solidFill>
                  <a:srgbClr val="17251F"/>
                </a:solidFill>
              </a:defRPr>
            </a:lvl5pPr>
            <a:lvl6pPr algn="l">
              <a:defRPr sz="1800" b="0">
                <a:solidFill>
                  <a:srgbClr val="17251F"/>
                </a:solidFill>
              </a:defRPr>
            </a:lvl6pPr>
            <a:lvl7pPr algn="l">
              <a:defRPr sz="1800" b="0">
                <a:solidFill>
                  <a:srgbClr val="17251F"/>
                </a:solidFill>
              </a:defRPr>
            </a:lvl7pPr>
            <a:lvl8pPr algn="l">
              <a:defRPr sz="1800" b="0">
                <a:solidFill>
                  <a:srgbClr val="17251F"/>
                </a:solidFill>
              </a:defRPr>
            </a:lvl8pPr>
            <a:lvl9pPr algn="l">
              <a:defRPr sz="1800" b="0">
                <a:solidFill>
                  <a:srgbClr val="17251F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1F"/>
                </a:solidFill>
              </a:defRPr>
            </a:pPr>
            <a:r>
              <a:rPr sz="1800" b="0">
                <a:solidFill>
                  <a:srgbClr val="17251F"/>
                </a:solidFill>
              </a:rPr>
              <a:t>5. Mostrar en AWS la VM pública, RDS privado y sus reglas de acceso.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EBB5A-663D-4329-9992-1FAEF576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277A53"/>
                </a:solidFill>
              </a:defRPr>
            </a:defPPr>
            <a:lvl1pPr algn="l">
              <a:defRPr sz="1500" b="1">
                <a:solidFill>
                  <a:srgbClr val="277A53"/>
                </a:solidFill>
              </a:defRPr>
            </a:lvl1pPr>
            <a:lvl2pPr algn="l">
              <a:defRPr sz="1500" b="1">
                <a:solidFill>
                  <a:srgbClr val="277A53"/>
                </a:solidFill>
              </a:defRPr>
            </a:lvl2pPr>
            <a:lvl3pPr algn="l">
              <a:defRPr sz="1500" b="1">
                <a:solidFill>
                  <a:srgbClr val="277A53"/>
                </a:solidFill>
              </a:defRPr>
            </a:lvl3pPr>
            <a:lvl4pPr algn="l">
              <a:defRPr sz="1500" b="1">
                <a:solidFill>
                  <a:srgbClr val="277A53"/>
                </a:solidFill>
              </a:defRPr>
            </a:lvl4pPr>
            <a:lvl5pPr algn="l">
              <a:defRPr sz="1500" b="1">
                <a:solidFill>
                  <a:srgbClr val="277A53"/>
                </a:solidFill>
              </a:defRPr>
            </a:lvl5pPr>
            <a:lvl6pPr algn="l">
              <a:defRPr sz="1500" b="1">
                <a:solidFill>
                  <a:srgbClr val="277A53"/>
                </a:solidFill>
              </a:defRPr>
            </a:lvl6pPr>
            <a:lvl7pPr algn="l">
              <a:defRPr sz="1500" b="1">
                <a:solidFill>
                  <a:srgbClr val="277A53"/>
                </a:solidFill>
              </a:defRPr>
            </a:lvl7pPr>
            <a:lvl8pPr algn="l">
              <a:defRPr sz="1500" b="1">
                <a:solidFill>
                  <a:srgbClr val="277A53"/>
                </a:solidFill>
              </a:defRPr>
            </a:lvl8pPr>
            <a:lvl9pPr algn="l">
              <a:defRPr sz="1500" b="1">
                <a:solidFill>
                  <a:srgbClr val="277A53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77A53"/>
                </a:solidFill>
              </a:defRPr>
            </a:pPr>
            <a:r>
              <a:rPr sz="1500" b="1">
                <a:solidFill>
                  <a:srgbClr val="277A53"/>
                </a:solidFill>
              </a:rPr>
              <a:t>Repositorio: github.com/nathernandez1189/savia-iot</a:t>
            </a:r>
          </a:p>
        </p:txBody>
      </p:sp>
    </p:spTree>
    <p:extLst>
      <p:ext uri="{BB962C8B-B14F-4D97-AF65-F5344CB8AC3E}">
        <p14:creationId xmlns:p14="http://schemas.microsoft.com/office/powerpoint/2010/main" val="1934947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2026-10-24T14:56:41.0900000Z</dcterms:created>
  <dcterms:modified xsi:type="dcterms:W3CDTF">2026-10-24T14:56:41.0900000Z</dcterms:modified>
</coreProperties>
</file>